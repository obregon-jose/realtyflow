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9" r:id="rId3"/>
    <p:sldId id="260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18614D-744E-4935-AAE4-083C9FA1FB2A}" v="200" dt="2026-03-22T04:21:32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OBREGÓN" userId="bcfc30687048b8de" providerId="LiveId" clId="{355DEDEA-FA1F-4B0A-9D71-D82A549765A3}"/>
    <pc:docChg chg="undo custSel addSld delSld modSld sldOrd modMainMaster">
      <pc:chgData name="JOSÉ OBREGÓN" userId="bcfc30687048b8de" providerId="LiveId" clId="{355DEDEA-FA1F-4B0A-9D71-D82A549765A3}" dt="2026-03-22T05:07:49.209" v="2414" actId="1037"/>
      <pc:docMkLst>
        <pc:docMk/>
      </pc:docMkLst>
      <pc:sldChg chg="modSp new mod">
        <pc:chgData name="JOSÉ OBREGÓN" userId="bcfc30687048b8de" providerId="LiveId" clId="{355DEDEA-FA1F-4B0A-9D71-D82A549765A3}" dt="2026-03-22T01:51:31.180" v="162" actId="27636"/>
        <pc:sldMkLst>
          <pc:docMk/>
          <pc:sldMk cId="1673550859" sldId="256"/>
        </pc:sldMkLst>
        <pc:spChg chg="mod">
          <ac:chgData name="JOSÉ OBREGÓN" userId="bcfc30687048b8de" providerId="LiveId" clId="{355DEDEA-FA1F-4B0A-9D71-D82A549765A3}" dt="2026-03-22T01:51:30.462" v="161"/>
          <ac:spMkLst>
            <pc:docMk/>
            <pc:sldMk cId="1673550859" sldId="256"/>
            <ac:spMk id="2" creationId="{561AC49C-617C-9299-1D40-E981B377E35D}"/>
          </ac:spMkLst>
        </pc:spChg>
        <pc:spChg chg="mod">
          <ac:chgData name="JOSÉ OBREGÓN" userId="bcfc30687048b8de" providerId="LiveId" clId="{355DEDEA-FA1F-4B0A-9D71-D82A549765A3}" dt="2026-03-22T01:51:31.180" v="162" actId="27636"/>
          <ac:spMkLst>
            <pc:docMk/>
            <pc:sldMk cId="1673550859" sldId="256"/>
            <ac:spMk id="3" creationId="{59012184-97DE-897B-9A37-20957B871CD1}"/>
          </ac:spMkLst>
        </pc:spChg>
      </pc:sldChg>
      <pc:sldChg chg="addSp delSp modSp new del mod">
        <pc:chgData name="JOSÉ OBREGÓN" userId="bcfc30687048b8de" providerId="LiveId" clId="{355DEDEA-FA1F-4B0A-9D71-D82A549765A3}" dt="2026-03-22T04:46:02.675" v="2406" actId="2696"/>
        <pc:sldMkLst>
          <pc:docMk/>
          <pc:sldMk cId="2543939782" sldId="257"/>
        </pc:sldMkLst>
        <pc:spChg chg="mod">
          <ac:chgData name="JOSÉ OBREGÓN" userId="bcfc30687048b8de" providerId="LiveId" clId="{355DEDEA-FA1F-4B0A-9D71-D82A549765A3}" dt="2026-03-22T01:58:32.054" v="188" actId="1076"/>
          <ac:spMkLst>
            <pc:docMk/>
            <pc:sldMk cId="2543939782" sldId="257"/>
            <ac:spMk id="2" creationId="{107160C7-3E23-9464-BC26-135E4A64438C}"/>
          </ac:spMkLst>
        </pc:spChg>
        <pc:spChg chg="del">
          <ac:chgData name="JOSÉ OBREGÓN" userId="bcfc30687048b8de" providerId="LiveId" clId="{355DEDEA-FA1F-4B0A-9D71-D82A549765A3}" dt="2026-03-22T01:44:40.855" v="93" actId="478"/>
          <ac:spMkLst>
            <pc:docMk/>
            <pc:sldMk cId="2543939782" sldId="257"/>
            <ac:spMk id="3" creationId="{B90E237D-69C9-1635-66A3-D625BE1E0975}"/>
          </ac:spMkLst>
        </pc:spChg>
        <pc:spChg chg="add mod topLvl">
          <ac:chgData name="JOSÉ OBREGÓN" userId="bcfc30687048b8de" providerId="LiveId" clId="{355DEDEA-FA1F-4B0A-9D71-D82A549765A3}" dt="2026-03-22T03:58:27.580" v="2162" actId="554"/>
          <ac:spMkLst>
            <pc:docMk/>
            <pc:sldMk cId="2543939782" sldId="257"/>
            <ac:spMk id="4" creationId="{34FC9943-4D98-B22F-112F-9A1CC1B2D7BE}"/>
          </ac:spMkLst>
        </pc:spChg>
        <pc:spChg chg="add mod topLvl">
          <ac:chgData name="JOSÉ OBREGÓN" userId="bcfc30687048b8de" providerId="LiveId" clId="{355DEDEA-FA1F-4B0A-9D71-D82A549765A3}" dt="2026-03-22T03:58:27.580" v="2162" actId="554"/>
          <ac:spMkLst>
            <pc:docMk/>
            <pc:sldMk cId="2543939782" sldId="257"/>
            <ac:spMk id="5" creationId="{869D0FBF-A4AF-8E22-9202-952E299D31D6}"/>
          </ac:spMkLst>
        </pc:spChg>
        <pc:spChg chg="add mod topLvl">
          <ac:chgData name="JOSÉ OBREGÓN" userId="bcfc30687048b8de" providerId="LiveId" clId="{355DEDEA-FA1F-4B0A-9D71-D82A549765A3}" dt="2026-03-22T03:58:27.580" v="2162" actId="554"/>
          <ac:spMkLst>
            <pc:docMk/>
            <pc:sldMk cId="2543939782" sldId="257"/>
            <ac:spMk id="6" creationId="{1F957962-7690-D11D-6ADE-F12EA63AB38F}"/>
          </ac:spMkLst>
        </pc:spChg>
        <pc:spChg chg="add del mod">
          <ac:chgData name="JOSÉ OBREGÓN" userId="bcfc30687048b8de" providerId="LiveId" clId="{355DEDEA-FA1F-4B0A-9D71-D82A549765A3}" dt="2026-03-22T01:48:35.560" v="125" actId="478"/>
          <ac:spMkLst>
            <pc:docMk/>
            <pc:sldMk cId="2543939782" sldId="257"/>
            <ac:spMk id="7" creationId="{7F754342-1A82-F493-C541-567FD1F6F353}"/>
          </ac:spMkLst>
        </pc:spChg>
        <pc:spChg chg="add del mod">
          <ac:chgData name="JOSÉ OBREGÓN" userId="bcfc30687048b8de" providerId="LiveId" clId="{355DEDEA-FA1F-4B0A-9D71-D82A549765A3}" dt="2026-03-22T01:48:35.560" v="125" actId="478"/>
          <ac:spMkLst>
            <pc:docMk/>
            <pc:sldMk cId="2543939782" sldId="257"/>
            <ac:spMk id="8" creationId="{A96DB77E-5BBC-D037-CF8B-8BF395A57BE4}"/>
          </ac:spMkLst>
        </pc:spChg>
        <pc:spChg chg="add del mod">
          <ac:chgData name="JOSÉ OBREGÓN" userId="bcfc30687048b8de" providerId="LiveId" clId="{355DEDEA-FA1F-4B0A-9D71-D82A549765A3}" dt="2026-03-22T01:48:35.560" v="125" actId="478"/>
          <ac:spMkLst>
            <pc:docMk/>
            <pc:sldMk cId="2543939782" sldId="257"/>
            <ac:spMk id="9" creationId="{5FA1FD14-E935-B0BE-2FD8-742021A1FB1B}"/>
          </ac:spMkLst>
        </pc:spChg>
        <pc:spChg chg="add del">
          <ac:chgData name="JOSÉ OBREGÓN" userId="bcfc30687048b8de" providerId="LiveId" clId="{355DEDEA-FA1F-4B0A-9D71-D82A549765A3}" dt="2026-03-22T01:59:11.956" v="190" actId="478"/>
          <ac:spMkLst>
            <pc:docMk/>
            <pc:sldMk cId="2543939782" sldId="257"/>
            <ac:spMk id="12" creationId="{9D81A612-C4B0-3A36-95C9-87393E7FDA9B}"/>
          </ac:spMkLst>
        </pc:spChg>
        <pc:spChg chg="add del mod">
          <ac:chgData name="JOSÉ OBREGÓN" userId="bcfc30687048b8de" providerId="LiveId" clId="{355DEDEA-FA1F-4B0A-9D71-D82A549765A3}" dt="2026-03-22T01:59:29.542" v="195" actId="478"/>
          <ac:spMkLst>
            <pc:docMk/>
            <pc:sldMk cId="2543939782" sldId="257"/>
            <ac:spMk id="13" creationId="{0C26A534-FC7A-0092-B27A-9119872A32F7}"/>
          </ac:spMkLst>
        </pc:spChg>
        <pc:spChg chg="add mod topLvl">
          <ac:chgData name="JOSÉ OBREGÓN" userId="bcfc30687048b8de" providerId="LiveId" clId="{355DEDEA-FA1F-4B0A-9D71-D82A549765A3}" dt="2026-03-22T03:58:35.467" v="2163" actId="554"/>
          <ac:spMkLst>
            <pc:docMk/>
            <pc:sldMk cId="2543939782" sldId="257"/>
            <ac:spMk id="14" creationId="{23C5A9E3-4553-8BB0-F733-2DDCD8D652E5}"/>
          </ac:spMkLst>
        </pc:spChg>
        <pc:spChg chg="add mod topLvl">
          <ac:chgData name="JOSÉ OBREGÓN" userId="bcfc30687048b8de" providerId="LiveId" clId="{355DEDEA-FA1F-4B0A-9D71-D82A549765A3}" dt="2026-03-22T03:58:35.467" v="2163" actId="554"/>
          <ac:spMkLst>
            <pc:docMk/>
            <pc:sldMk cId="2543939782" sldId="257"/>
            <ac:spMk id="15" creationId="{9EF449C0-12E1-EA99-706B-8D65943E72E1}"/>
          </ac:spMkLst>
        </pc:spChg>
        <pc:spChg chg="add mod topLvl">
          <ac:chgData name="JOSÉ OBREGÓN" userId="bcfc30687048b8de" providerId="LiveId" clId="{355DEDEA-FA1F-4B0A-9D71-D82A549765A3}" dt="2026-03-22T03:58:35.467" v="2163" actId="554"/>
          <ac:spMkLst>
            <pc:docMk/>
            <pc:sldMk cId="2543939782" sldId="257"/>
            <ac:spMk id="16" creationId="{7D85035E-E232-5C80-8BBF-98D42EDA30B9}"/>
          </ac:spMkLst>
        </pc:spChg>
        <pc:spChg chg="add mod">
          <ac:chgData name="JOSÉ OBREGÓN" userId="bcfc30687048b8de" providerId="LiveId" clId="{355DEDEA-FA1F-4B0A-9D71-D82A549765A3}" dt="2026-03-22T03:46:40.407" v="2061" actId="165"/>
          <ac:spMkLst>
            <pc:docMk/>
            <pc:sldMk cId="2543939782" sldId="257"/>
            <ac:spMk id="18" creationId="{006C94A9-E7D9-CD52-EF90-1ED78A3EFEA6}"/>
          </ac:spMkLst>
        </pc:spChg>
        <pc:spChg chg="add mod">
          <ac:chgData name="JOSÉ OBREGÓN" userId="bcfc30687048b8de" providerId="LiveId" clId="{355DEDEA-FA1F-4B0A-9D71-D82A549765A3}" dt="2026-03-22T03:47:07.632" v="2065" actId="165"/>
          <ac:spMkLst>
            <pc:docMk/>
            <pc:sldMk cId="2543939782" sldId="257"/>
            <ac:spMk id="19" creationId="{84805338-8B67-F19F-8792-28A582ED7725}"/>
          </ac:spMkLst>
        </pc:spChg>
        <pc:spChg chg="add mod">
          <ac:chgData name="JOSÉ OBREGÓN" userId="bcfc30687048b8de" providerId="LiveId" clId="{355DEDEA-FA1F-4B0A-9D71-D82A549765A3}" dt="2026-03-22T03:44:42.986" v="1915" actId="165"/>
          <ac:spMkLst>
            <pc:docMk/>
            <pc:sldMk cId="2543939782" sldId="257"/>
            <ac:spMk id="20" creationId="{F2DE6EE5-873A-1459-AA8F-819CEB0D6D0F}"/>
          </ac:spMkLst>
        </pc:spChg>
        <pc:spChg chg="add mod">
          <ac:chgData name="JOSÉ OBREGÓN" userId="bcfc30687048b8de" providerId="LiveId" clId="{355DEDEA-FA1F-4B0A-9D71-D82A549765A3}" dt="2026-03-22T03:59:23.498" v="2168" actId="20577"/>
          <ac:spMkLst>
            <pc:docMk/>
            <pc:sldMk cId="2543939782" sldId="257"/>
            <ac:spMk id="21" creationId="{DF59E5A4-A555-7482-7D9E-B684E645BE38}"/>
          </ac:spMkLst>
        </pc:spChg>
        <pc:spChg chg="add mod">
          <ac:chgData name="JOSÉ OBREGÓN" userId="bcfc30687048b8de" providerId="LiveId" clId="{355DEDEA-FA1F-4B0A-9D71-D82A549765A3}" dt="2026-03-22T03:51:55.759" v="2153" actId="1036"/>
          <ac:spMkLst>
            <pc:docMk/>
            <pc:sldMk cId="2543939782" sldId="257"/>
            <ac:spMk id="22" creationId="{A34901E5-30DA-F65C-4157-2BFE91FF3ECE}"/>
          </ac:spMkLst>
        </pc:spChg>
        <pc:spChg chg="add del mod">
          <ac:chgData name="JOSÉ OBREGÓN" userId="bcfc30687048b8de" providerId="LiveId" clId="{355DEDEA-FA1F-4B0A-9D71-D82A549765A3}" dt="2026-03-22T02:34:16.773" v="463" actId="478"/>
          <ac:spMkLst>
            <pc:docMk/>
            <pc:sldMk cId="2543939782" sldId="257"/>
            <ac:spMk id="23" creationId="{861E7D89-5422-5A41-D617-CD1C713DEED2}"/>
          </ac:spMkLst>
        </pc:spChg>
        <pc:spChg chg="add del mod">
          <ac:chgData name="JOSÉ OBREGÓN" userId="bcfc30687048b8de" providerId="LiveId" clId="{355DEDEA-FA1F-4B0A-9D71-D82A549765A3}" dt="2026-03-22T02:35:13.446" v="528" actId="478"/>
          <ac:spMkLst>
            <pc:docMk/>
            <pc:sldMk cId="2543939782" sldId="257"/>
            <ac:spMk id="24" creationId="{C6167BD0-BA6D-08C8-57E0-FFE656160A2F}"/>
          </ac:spMkLst>
        </pc:spChg>
        <pc:spChg chg="add mod">
          <ac:chgData name="JOSÉ OBREGÓN" userId="bcfc30687048b8de" providerId="LiveId" clId="{355DEDEA-FA1F-4B0A-9D71-D82A549765A3}" dt="2026-03-22T03:51:01.133" v="2111" actId="12788"/>
          <ac:spMkLst>
            <pc:docMk/>
            <pc:sldMk cId="2543939782" sldId="257"/>
            <ac:spMk id="25" creationId="{CEEBE22A-0DB6-8364-7457-8715E2012A29}"/>
          </ac:spMkLst>
        </pc:spChg>
        <pc:spChg chg="add mod">
          <ac:chgData name="JOSÉ OBREGÓN" userId="bcfc30687048b8de" providerId="LiveId" clId="{355DEDEA-FA1F-4B0A-9D71-D82A549765A3}" dt="2026-03-22T03:58:55.274" v="2166" actId="554"/>
          <ac:spMkLst>
            <pc:docMk/>
            <pc:sldMk cId="2543939782" sldId="257"/>
            <ac:spMk id="27" creationId="{96E16AB7-DDFF-C414-F4EB-B6C5533A1EB9}"/>
          </ac:spMkLst>
        </pc:spChg>
        <pc:spChg chg="add mod">
          <ac:chgData name="JOSÉ OBREGÓN" userId="bcfc30687048b8de" providerId="LiveId" clId="{355DEDEA-FA1F-4B0A-9D71-D82A549765A3}" dt="2026-03-22T03:57:20.286" v="2157" actId="1076"/>
          <ac:spMkLst>
            <pc:docMk/>
            <pc:sldMk cId="2543939782" sldId="257"/>
            <ac:spMk id="28" creationId="{56382DC5-23F5-0761-0395-F0D90349BA68}"/>
          </ac:spMkLst>
        </pc:spChg>
        <pc:spChg chg="mod">
          <ac:chgData name="JOSÉ OBREGÓN" userId="bcfc30687048b8de" providerId="LiveId" clId="{355DEDEA-FA1F-4B0A-9D71-D82A549765A3}" dt="2026-03-22T02:45:55.223" v="692" actId="3626"/>
          <ac:spMkLst>
            <pc:docMk/>
            <pc:sldMk cId="2543939782" sldId="257"/>
            <ac:spMk id="31" creationId="{CCDDB377-ACCB-FF51-ABAD-3652B49D2488}"/>
          </ac:spMkLst>
        </pc:spChg>
        <pc:spChg chg="add mod">
          <ac:chgData name="JOSÉ OBREGÓN" userId="bcfc30687048b8de" providerId="LiveId" clId="{355DEDEA-FA1F-4B0A-9D71-D82A549765A3}" dt="2026-03-22T03:58:55.274" v="2166" actId="554"/>
          <ac:spMkLst>
            <pc:docMk/>
            <pc:sldMk cId="2543939782" sldId="257"/>
            <ac:spMk id="32" creationId="{A4D37F97-19D7-9EB8-338E-AFC80862D524}"/>
          </ac:spMkLst>
        </pc:spChg>
        <pc:spChg chg="add mod">
          <ac:chgData name="JOSÉ OBREGÓN" userId="bcfc30687048b8de" providerId="LiveId" clId="{355DEDEA-FA1F-4B0A-9D71-D82A549765A3}" dt="2026-03-22T03:57:42.230" v="2158" actId="1076"/>
          <ac:spMkLst>
            <pc:docMk/>
            <pc:sldMk cId="2543939782" sldId="257"/>
            <ac:spMk id="33" creationId="{11919A66-1EE5-8715-59D0-86B88CC7A8C9}"/>
          </ac:spMkLst>
        </pc:spChg>
        <pc:spChg chg="mod">
          <ac:chgData name="JOSÉ OBREGÓN" userId="bcfc30687048b8de" providerId="LiveId" clId="{355DEDEA-FA1F-4B0A-9D71-D82A549765A3}" dt="2026-03-22T02:47:11.113" v="697" actId="1076"/>
          <ac:spMkLst>
            <pc:docMk/>
            <pc:sldMk cId="2543939782" sldId="257"/>
            <ac:spMk id="36" creationId="{542AC759-2FF1-D0D2-13DA-DB9145BC9E0B}"/>
          </ac:spMkLst>
        </pc:spChg>
        <pc:spChg chg="add mod">
          <ac:chgData name="JOSÉ OBREGÓN" userId="bcfc30687048b8de" providerId="LiveId" clId="{355DEDEA-FA1F-4B0A-9D71-D82A549765A3}" dt="2026-03-22T02:55:19.459" v="745"/>
          <ac:spMkLst>
            <pc:docMk/>
            <pc:sldMk cId="2543939782" sldId="257"/>
            <ac:spMk id="37" creationId="{57755F5F-A30A-32FD-70BF-E6E0F69487B9}"/>
          </ac:spMkLst>
        </pc:spChg>
        <pc:spChg chg="add mod">
          <ac:chgData name="JOSÉ OBREGÓN" userId="bcfc30687048b8de" providerId="LiveId" clId="{355DEDEA-FA1F-4B0A-9D71-D82A549765A3}" dt="2026-03-22T02:55:19.459" v="745"/>
          <ac:spMkLst>
            <pc:docMk/>
            <pc:sldMk cId="2543939782" sldId="257"/>
            <ac:spMk id="38" creationId="{8474D86B-C6E6-37E0-1EA1-2A1EB08C0C0C}"/>
          </ac:spMkLst>
        </pc:spChg>
        <pc:spChg chg="mod">
          <ac:chgData name="JOSÉ OBREGÓN" userId="bcfc30687048b8de" providerId="LiveId" clId="{355DEDEA-FA1F-4B0A-9D71-D82A549765A3}" dt="2026-03-22T02:55:19.459" v="745"/>
          <ac:spMkLst>
            <pc:docMk/>
            <pc:sldMk cId="2543939782" sldId="257"/>
            <ac:spMk id="41" creationId="{C2E48018-4FA5-A594-9137-379755E305EB}"/>
          </ac:spMkLst>
        </pc:spChg>
        <pc:spChg chg="add mod">
          <ac:chgData name="JOSÉ OBREGÓN" userId="bcfc30687048b8de" providerId="LiveId" clId="{355DEDEA-FA1F-4B0A-9D71-D82A549765A3}" dt="2026-03-22T02:55:37.745" v="746"/>
          <ac:spMkLst>
            <pc:docMk/>
            <pc:sldMk cId="2543939782" sldId="257"/>
            <ac:spMk id="42" creationId="{63B2B4C0-DD89-A67C-3B6E-C5CF19A96FC7}"/>
          </ac:spMkLst>
        </pc:spChg>
        <pc:spChg chg="add mod">
          <ac:chgData name="JOSÉ OBREGÓN" userId="bcfc30687048b8de" providerId="LiveId" clId="{355DEDEA-FA1F-4B0A-9D71-D82A549765A3}" dt="2026-03-22T02:55:37.745" v="746"/>
          <ac:spMkLst>
            <pc:docMk/>
            <pc:sldMk cId="2543939782" sldId="257"/>
            <ac:spMk id="43" creationId="{B5B2DF23-B614-2BC5-1F70-92DC68D1590B}"/>
          </ac:spMkLst>
        </pc:spChg>
        <pc:spChg chg="mod">
          <ac:chgData name="JOSÉ OBREGÓN" userId="bcfc30687048b8de" providerId="LiveId" clId="{355DEDEA-FA1F-4B0A-9D71-D82A549765A3}" dt="2026-03-22T02:55:37.745" v="746"/>
          <ac:spMkLst>
            <pc:docMk/>
            <pc:sldMk cId="2543939782" sldId="257"/>
            <ac:spMk id="46" creationId="{94391666-12BA-2B83-379B-F91213CDC014}"/>
          </ac:spMkLst>
        </pc:spChg>
        <pc:spChg chg="add mod">
          <ac:chgData name="JOSÉ OBREGÓN" userId="bcfc30687048b8de" providerId="LiveId" clId="{355DEDEA-FA1F-4B0A-9D71-D82A549765A3}" dt="2026-03-22T03:31:36.803" v="1565" actId="404"/>
          <ac:spMkLst>
            <pc:docMk/>
            <pc:sldMk cId="2543939782" sldId="257"/>
            <ac:spMk id="61" creationId="{3F326AE2-2F7F-9EA1-61C9-71FED375211B}"/>
          </ac:spMkLst>
        </pc:spChg>
        <pc:spChg chg="add mod">
          <ac:chgData name="JOSÉ OBREGÓN" userId="bcfc30687048b8de" providerId="LiveId" clId="{355DEDEA-FA1F-4B0A-9D71-D82A549765A3}" dt="2026-03-22T03:20:09.320" v="1140" actId="164"/>
          <ac:spMkLst>
            <pc:docMk/>
            <pc:sldMk cId="2543939782" sldId="257"/>
            <ac:spMk id="1027" creationId="{94BCF48A-5685-03D3-ECCB-9F4391ACCCC9}"/>
          </ac:spMkLst>
        </pc:spChg>
        <pc:spChg chg="add mod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29" creationId="{91D8083F-764A-40DC-995E-828C7C289CA1}"/>
          </ac:spMkLst>
        </pc:spChg>
        <pc:spChg chg="add del mod">
          <ac:chgData name="JOSÉ OBREGÓN" userId="bcfc30687048b8de" providerId="LiveId" clId="{355DEDEA-FA1F-4B0A-9D71-D82A549765A3}" dt="2026-03-22T03:22:42.253" v="1337" actId="478"/>
          <ac:spMkLst>
            <pc:docMk/>
            <pc:sldMk cId="2543939782" sldId="257"/>
            <ac:spMk id="1031" creationId="{F5E0B112-4BEC-A086-3E12-C91A4506BFCD}"/>
          </ac:spMkLst>
        </pc:spChg>
        <pc:spChg chg="add mod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32" creationId="{120243DC-57F8-B5CE-E71C-724125B8A432}"/>
          </ac:spMkLst>
        </pc:spChg>
        <pc:spChg chg="add mod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33" creationId="{18CBFED0-5E79-0DE2-3300-53FEB7501079}"/>
          </ac:spMkLst>
        </pc:spChg>
        <pc:spChg chg="add mod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34" creationId="{ED56145B-47E7-69E8-F0D8-A07E474C0C5D}"/>
          </ac:spMkLst>
        </pc:spChg>
        <pc:spChg chg="add mod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35" creationId="{10DD324F-CF98-C7ED-5C7F-B206F8ADF3C7}"/>
          </ac:spMkLst>
        </pc:spChg>
        <pc:spChg chg="add mod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36" creationId="{97D9DB99-D7E2-3A25-490A-0248C844979A}"/>
          </ac:spMkLst>
        </pc:spChg>
        <pc:spChg chg="add mod modVis">
          <ac:chgData name="JOSÉ OBREGÓN" userId="bcfc30687048b8de" providerId="LiveId" clId="{355DEDEA-FA1F-4B0A-9D71-D82A549765A3}" dt="2026-03-22T04:07:44.454" v="2313" actId="14100"/>
          <ac:spMkLst>
            <pc:docMk/>
            <pc:sldMk cId="2543939782" sldId="257"/>
            <ac:spMk id="1037" creationId="{08F4D880-40C3-8AB5-9276-017AB884EBB9}"/>
          </ac:spMkLst>
        </pc:spChg>
        <pc:spChg chg="add mod modVis">
          <ac:chgData name="JOSÉ OBREGÓN" userId="bcfc30687048b8de" providerId="LiveId" clId="{355DEDEA-FA1F-4B0A-9D71-D82A549765A3}" dt="2026-03-22T03:40:47.055" v="1750" actId="164"/>
          <ac:spMkLst>
            <pc:docMk/>
            <pc:sldMk cId="2543939782" sldId="257"/>
            <ac:spMk id="1038" creationId="{CDE6B1E2-087C-6524-A8F3-6171717D6011}"/>
          </ac:spMkLst>
        </pc:spChg>
        <pc:spChg chg="mod">
          <ac:chgData name="JOSÉ OBREGÓN" userId="bcfc30687048b8de" providerId="LiveId" clId="{355DEDEA-FA1F-4B0A-9D71-D82A549765A3}" dt="2026-03-22T03:39:57.152" v="1731" actId="571"/>
          <ac:spMkLst>
            <pc:docMk/>
            <pc:sldMk cId="2543939782" sldId="257"/>
            <ac:spMk id="1040" creationId="{95F04171-3E2E-3FB7-EF48-39AFB22FB4CE}"/>
          </ac:spMkLst>
        </pc:spChg>
        <pc:spChg chg="mod">
          <ac:chgData name="JOSÉ OBREGÓN" userId="bcfc30687048b8de" providerId="LiveId" clId="{355DEDEA-FA1F-4B0A-9D71-D82A549765A3}" dt="2026-03-22T03:39:57.152" v="1731" actId="571"/>
          <ac:spMkLst>
            <pc:docMk/>
            <pc:sldMk cId="2543939782" sldId="257"/>
            <ac:spMk id="1041" creationId="{FB2897F4-25F5-49E5-A129-3CA46BD161DF}"/>
          </ac:spMkLst>
        </pc:spChg>
        <pc:spChg chg="mod">
          <ac:chgData name="JOSÉ OBREGÓN" userId="bcfc30687048b8de" providerId="LiveId" clId="{355DEDEA-FA1F-4B0A-9D71-D82A549765A3}" dt="2026-03-22T03:39:57.152" v="1731" actId="571"/>
          <ac:spMkLst>
            <pc:docMk/>
            <pc:sldMk cId="2543939782" sldId="257"/>
            <ac:spMk id="1043" creationId="{6B69E837-74B4-83C7-9CC3-63221B682D42}"/>
          </ac:spMkLst>
        </pc:spChg>
        <pc:spChg chg="add mod">
          <ac:chgData name="JOSÉ OBREGÓN" userId="bcfc30687048b8de" providerId="LiveId" clId="{355DEDEA-FA1F-4B0A-9D71-D82A549765A3}" dt="2026-03-22T03:39:57.152" v="1731" actId="571"/>
          <ac:spMkLst>
            <pc:docMk/>
            <pc:sldMk cId="2543939782" sldId="257"/>
            <ac:spMk id="1045" creationId="{AB301275-9609-6284-EDE0-772A7378B940}"/>
          </ac:spMkLst>
        </pc:spChg>
        <pc:spChg chg="add mod">
          <ac:chgData name="JOSÉ OBREGÓN" userId="bcfc30687048b8de" providerId="LiveId" clId="{355DEDEA-FA1F-4B0A-9D71-D82A549765A3}" dt="2026-03-22T03:39:57.152" v="1731" actId="571"/>
          <ac:spMkLst>
            <pc:docMk/>
            <pc:sldMk cId="2543939782" sldId="257"/>
            <ac:spMk id="1046" creationId="{2B31BDE6-4C4B-E289-7556-7B865318A005}"/>
          </ac:spMkLst>
        </pc:spChg>
        <pc:spChg chg="add mod">
          <ac:chgData name="JOSÉ OBREGÓN" userId="bcfc30687048b8de" providerId="LiveId" clId="{355DEDEA-FA1F-4B0A-9D71-D82A549765A3}" dt="2026-03-22T03:39:57.152" v="1731" actId="571"/>
          <ac:spMkLst>
            <pc:docMk/>
            <pc:sldMk cId="2543939782" sldId="257"/>
            <ac:spMk id="1047" creationId="{63D7C3F2-91AB-1B84-42AB-BF66D7EEB025}"/>
          </ac:spMkLst>
        </pc:spChg>
        <pc:spChg chg="mod">
          <ac:chgData name="JOSÉ OBREGÓN" userId="bcfc30687048b8de" providerId="LiveId" clId="{355DEDEA-FA1F-4B0A-9D71-D82A549765A3}" dt="2026-03-22T04:02:19.676" v="2202" actId="20577"/>
          <ac:spMkLst>
            <pc:docMk/>
            <pc:sldMk cId="2543939782" sldId="257"/>
            <ac:spMk id="1053" creationId="{76F14E73-5735-6FF6-28DF-DC98204C0075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57" creationId="{B8D8368A-D754-7A3F-9FCA-1CE030CE2905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58" creationId="{A5B49F59-0B02-C7BD-0DC0-FA9B07955D13}"/>
          </ac:spMkLst>
        </pc:spChg>
        <pc:spChg chg="add del 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59" creationId="{D7F53B46-3F68-49B9-53EF-AA98EB452D23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60" creationId="{F8BBC29C-AF84-20C0-E196-25C254BADC41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61" creationId="{35F14EA5-A476-A71E-E386-F017E84A0323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62" creationId="{5DB75B76-0178-C2B5-96F6-95FF50B972B6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63" creationId="{8F11B96B-6866-9E3E-CE8B-0550752DB5AF}"/>
          </ac:spMkLst>
        </pc:spChg>
        <pc:spChg chg="mod">
          <ac:chgData name="JOSÉ OBREGÓN" userId="bcfc30687048b8de" providerId="LiveId" clId="{355DEDEA-FA1F-4B0A-9D71-D82A549765A3}" dt="2026-03-22T04:03:38.231" v="2265" actId="207"/>
          <ac:spMkLst>
            <pc:docMk/>
            <pc:sldMk cId="2543939782" sldId="257"/>
            <ac:spMk id="1064" creationId="{A2010C03-086C-7EAB-B890-E7D1134DF592}"/>
          </ac:spMkLst>
        </pc:spChg>
        <pc:spChg chg="mod">
          <ac:chgData name="JOSÉ OBREGÓN" userId="bcfc30687048b8de" providerId="LiveId" clId="{355DEDEA-FA1F-4B0A-9D71-D82A549765A3}" dt="2026-03-22T04:01:03.870" v="2177"/>
          <ac:spMkLst>
            <pc:docMk/>
            <pc:sldMk cId="2543939782" sldId="257"/>
            <ac:spMk id="1066" creationId="{BA121947-F8EC-E59F-A3B3-2D8612E61FBD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69" creationId="{AFA0E8DF-AC32-FC35-137E-B6F3F70363C8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3" creationId="{CF594022-D17F-8572-4344-065C166DA11D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4" creationId="{5C011C13-1ED6-27C9-7760-F1103E632807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5" creationId="{72F65139-2279-3753-479A-00F72C076D58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6" creationId="{1FF03FF1-5CC0-81E1-AF97-9E76BED2842A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7" creationId="{22B2637E-02D1-CCA5-424C-2B9186A79CAD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8" creationId="{D19F5554-A8BD-199C-D8D4-06A828E6A0C1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79" creationId="{88FA3A5D-4CF1-DF57-F9F3-4B0591C751CD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80" creationId="{9E918B89-899E-F387-B222-2138C2036F77}"/>
          </ac:spMkLst>
        </pc:spChg>
        <pc:spChg chg="mod">
          <ac:chgData name="JOSÉ OBREGÓN" userId="bcfc30687048b8de" providerId="LiveId" clId="{355DEDEA-FA1F-4B0A-9D71-D82A549765A3}" dt="2026-03-22T04:05:00.584" v="2270"/>
          <ac:spMkLst>
            <pc:docMk/>
            <pc:sldMk cId="2543939782" sldId="257"/>
            <ac:spMk id="1082" creationId="{2F4F9FCE-6ADE-CA4B-D155-1790F80D54E8}"/>
          </ac:spMkLst>
        </pc:spChg>
        <pc:spChg chg="mod">
          <ac:chgData name="JOSÉ OBREGÓN" userId="bcfc30687048b8de" providerId="LiveId" clId="{355DEDEA-FA1F-4B0A-9D71-D82A549765A3}" dt="2026-03-22T04:05:29.418" v="2273"/>
          <ac:spMkLst>
            <pc:docMk/>
            <pc:sldMk cId="2543939782" sldId="257"/>
            <ac:spMk id="1085" creationId="{FFD4E74A-7779-C8A4-98E8-EF0AD754840D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89" creationId="{6A2BECA1-29A7-A73A-7434-98E23BE5B5F9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0" creationId="{A5E0AACC-D77C-F2EF-0EB1-ED90CB7ECA98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1" creationId="{445B78C8-832E-0864-F18B-E9CEB642B9BE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2" creationId="{2190C345-F7E5-1D3F-5E9A-C3A8810FEAE2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3" creationId="{0994F93B-763D-BE9F-D83E-616C5B528F43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4" creationId="{6855BF82-1F99-DA9C-C962-942467585667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5" creationId="{80124416-7259-C281-70B7-35A42F8F4D89}"/>
          </ac:spMkLst>
        </pc:spChg>
        <pc:spChg chg="mod">
          <ac:chgData name="JOSÉ OBREGÓN" userId="bcfc30687048b8de" providerId="LiveId" clId="{355DEDEA-FA1F-4B0A-9D71-D82A549765A3}" dt="2026-03-22T04:06:26.847" v="2277" actId="207"/>
          <ac:spMkLst>
            <pc:docMk/>
            <pc:sldMk cId="2543939782" sldId="257"/>
            <ac:spMk id="1096" creationId="{714000AE-947A-6278-152D-6C4AE029FA31}"/>
          </ac:spMkLst>
        </pc:spChg>
        <pc:spChg chg="mod">
          <ac:chgData name="JOSÉ OBREGÓN" userId="bcfc30687048b8de" providerId="LiveId" clId="{355DEDEA-FA1F-4B0A-9D71-D82A549765A3}" dt="2026-03-22T04:05:29.418" v="2273"/>
          <ac:spMkLst>
            <pc:docMk/>
            <pc:sldMk cId="2543939782" sldId="257"/>
            <ac:spMk id="1098" creationId="{13673D0F-B818-CF2C-7871-9BD9CBACEE99}"/>
          </ac:spMkLst>
        </pc:spChg>
        <pc:grpChg chg="add del mod">
          <ac:chgData name="JOSÉ OBREGÓN" userId="bcfc30687048b8de" providerId="LiveId" clId="{355DEDEA-FA1F-4B0A-9D71-D82A549765A3}" dt="2026-03-22T02:02:55.820" v="277" actId="165"/>
          <ac:grpSpMkLst>
            <pc:docMk/>
            <pc:sldMk cId="2543939782" sldId="257"/>
            <ac:grpSpMk id="17" creationId="{9EE00A98-9A52-A687-ECB6-8E067AADD44B}"/>
          </ac:grpSpMkLst>
        </pc:grpChg>
        <pc:grpChg chg="add mod">
          <ac:chgData name="JOSÉ OBREGÓN" userId="bcfc30687048b8de" providerId="LiveId" clId="{355DEDEA-FA1F-4B0A-9D71-D82A549765A3}" dt="2026-03-22T03:51:01.133" v="2111" actId="12788"/>
          <ac:grpSpMkLst>
            <pc:docMk/>
            <pc:sldMk cId="2543939782" sldId="257"/>
            <ac:grpSpMk id="26" creationId="{1B2792DF-6BAB-1399-8C66-C34EE05646DB}"/>
          </ac:grpSpMkLst>
        </pc:grpChg>
        <pc:grpChg chg="add mod">
          <ac:chgData name="JOSÉ OBREGÓN" userId="bcfc30687048b8de" providerId="LiveId" clId="{355DEDEA-FA1F-4B0A-9D71-D82A549765A3}" dt="2026-03-22T02:45:24.804" v="661" actId="1076"/>
          <ac:grpSpMkLst>
            <pc:docMk/>
            <pc:sldMk cId="2543939782" sldId="257"/>
            <ac:grpSpMk id="29" creationId="{491C86B3-E58D-C167-605D-564AAAA16748}"/>
          </ac:grpSpMkLst>
        </pc:grpChg>
        <pc:grpChg chg="add mod">
          <ac:chgData name="JOSÉ OBREGÓN" userId="bcfc30687048b8de" providerId="LiveId" clId="{355DEDEA-FA1F-4B0A-9D71-D82A549765A3}" dt="2026-03-22T02:47:11.113" v="697" actId="1076"/>
          <ac:grpSpMkLst>
            <pc:docMk/>
            <pc:sldMk cId="2543939782" sldId="257"/>
            <ac:grpSpMk id="34" creationId="{35E867C6-7815-A966-4E14-0E67953FF0C2}"/>
          </ac:grpSpMkLst>
        </pc:grpChg>
        <pc:grpChg chg="add mod">
          <ac:chgData name="JOSÉ OBREGÓN" userId="bcfc30687048b8de" providerId="LiveId" clId="{355DEDEA-FA1F-4B0A-9D71-D82A549765A3}" dt="2026-03-22T02:55:19.459" v="745"/>
          <ac:grpSpMkLst>
            <pc:docMk/>
            <pc:sldMk cId="2543939782" sldId="257"/>
            <ac:grpSpMk id="39" creationId="{D0028D0E-BD39-E305-8B53-9D02CBB43173}"/>
          </ac:grpSpMkLst>
        </pc:grpChg>
        <pc:grpChg chg="add mod">
          <ac:chgData name="JOSÉ OBREGÓN" userId="bcfc30687048b8de" providerId="LiveId" clId="{355DEDEA-FA1F-4B0A-9D71-D82A549765A3}" dt="2026-03-22T02:55:37.745" v="746"/>
          <ac:grpSpMkLst>
            <pc:docMk/>
            <pc:sldMk cId="2543939782" sldId="257"/>
            <ac:grpSpMk id="44" creationId="{EE4C653A-A42D-23FC-77DA-EBC6DCE38ECA}"/>
          </ac:grpSpMkLst>
        </pc:grpChg>
        <pc:grpChg chg="add mod topLvl">
          <ac:chgData name="JOSÉ OBREGÓN" userId="bcfc30687048b8de" providerId="LiveId" clId="{355DEDEA-FA1F-4B0A-9D71-D82A549765A3}" dt="2026-03-22T04:00:43.480" v="2175" actId="1037"/>
          <ac:grpSpMkLst>
            <pc:docMk/>
            <pc:sldMk cId="2543939782" sldId="257"/>
            <ac:grpSpMk id="53" creationId="{3BAB053C-57B8-A72C-B86E-05DF807A49B2}"/>
          </ac:grpSpMkLst>
        </pc:grpChg>
        <pc:grpChg chg="add mod topLvl">
          <ac:chgData name="JOSÉ OBREGÓN" userId="bcfc30687048b8de" providerId="LiveId" clId="{355DEDEA-FA1F-4B0A-9D71-D82A549765A3}" dt="2026-03-22T04:00:47.216" v="2176" actId="1037"/>
          <ac:grpSpMkLst>
            <pc:docMk/>
            <pc:sldMk cId="2543939782" sldId="257"/>
            <ac:grpSpMk id="54" creationId="{C5825B5C-5D07-84D6-E6C3-D6C7CB568746}"/>
          </ac:grpSpMkLst>
        </pc:grpChg>
        <pc:grpChg chg="add mod topLvl">
          <ac:chgData name="JOSÉ OBREGÓN" userId="bcfc30687048b8de" providerId="LiveId" clId="{355DEDEA-FA1F-4B0A-9D71-D82A549765A3}" dt="2026-03-22T04:00:22.865" v="2170" actId="554"/>
          <ac:grpSpMkLst>
            <pc:docMk/>
            <pc:sldMk cId="2543939782" sldId="257"/>
            <ac:grpSpMk id="55" creationId="{91909C1E-80C0-E5F1-5244-963218DDDCAE}"/>
          </ac:grpSpMkLst>
        </pc:grpChg>
        <pc:grpChg chg="add del mod ord">
          <ac:chgData name="JOSÉ OBREGÓN" userId="bcfc30687048b8de" providerId="LiveId" clId="{355DEDEA-FA1F-4B0A-9D71-D82A549765A3}" dt="2026-03-22T03:47:07.632" v="2065" actId="165"/>
          <ac:grpSpMkLst>
            <pc:docMk/>
            <pc:sldMk cId="2543939782" sldId="257"/>
            <ac:grpSpMk id="56" creationId="{8E37A9B0-6EDD-0C83-1B36-638910EEA5DD}"/>
          </ac:grpSpMkLst>
        </pc:grpChg>
        <pc:grpChg chg="add del mod ord">
          <ac:chgData name="JOSÉ OBREGÓN" userId="bcfc30687048b8de" providerId="LiveId" clId="{355DEDEA-FA1F-4B0A-9D71-D82A549765A3}" dt="2026-03-22T03:46:40.407" v="2061" actId="165"/>
          <ac:grpSpMkLst>
            <pc:docMk/>
            <pc:sldMk cId="2543939782" sldId="257"/>
            <ac:grpSpMk id="57" creationId="{0D31D942-36F1-9616-9E6F-2DA1F47C3762}"/>
          </ac:grpSpMkLst>
        </pc:grpChg>
        <pc:grpChg chg="add del mod ord">
          <ac:chgData name="JOSÉ OBREGÓN" userId="bcfc30687048b8de" providerId="LiveId" clId="{355DEDEA-FA1F-4B0A-9D71-D82A549765A3}" dt="2026-03-22T03:44:42.986" v="1915" actId="165"/>
          <ac:grpSpMkLst>
            <pc:docMk/>
            <pc:sldMk cId="2543939782" sldId="257"/>
            <ac:grpSpMk id="58" creationId="{1E43B6A2-C046-A8C6-8676-3E440EBFE3DF}"/>
          </ac:grpSpMkLst>
        </pc:grpChg>
        <pc:grpChg chg="add mod">
          <ac:chgData name="JOSÉ OBREGÓN" userId="bcfc30687048b8de" providerId="LiveId" clId="{355DEDEA-FA1F-4B0A-9D71-D82A549765A3}" dt="2026-03-22T03:51:38.184" v="2137" actId="1035"/>
          <ac:grpSpMkLst>
            <pc:docMk/>
            <pc:sldMk cId="2543939782" sldId="257"/>
            <ac:grpSpMk id="62" creationId="{B26876A2-0962-C6F5-BB82-545C50AD5F3B}"/>
          </ac:grpSpMkLst>
        </pc:grpChg>
        <pc:grpChg chg="add mod">
          <ac:chgData name="JOSÉ OBREGÓN" userId="bcfc30687048b8de" providerId="LiveId" clId="{355DEDEA-FA1F-4B0A-9D71-D82A549765A3}" dt="2026-03-22T03:41:24.550" v="1763" actId="164"/>
          <ac:grpSpMkLst>
            <pc:docMk/>
            <pc:sldMk cId="2543939782" sldId="257"/>
            <ac:grpSpMk id="1028" creationId="{5A817C76-0686-A853-884B-6F57CD3A5623}"/>
          </ac:grpSpMkLst>
        </pc:grpChg>
        <pc:grpChg chg="add mod">
          <ac:chgData name="JOSÉ OBREGÓN" userId="bcfc30687048b8de" providerId="LiveId" clId="{355DEDEA-FA1F-4B0A-9D71-D82A549765A3}" dt="2026-03-22T03:39:57.152" v="1731" actId="571"/>
          <ac:grpSpMkLst>
            <pc:docMk/>
            <pc:sldMk cId="2543939782" sldId="257"/>
            <ac:grpSpMk id="1039" creationId="{780308A5-DC26-B4BF-5F74-AF29DD375EED}"/>
          </ac:grpSpMkLst>
        </pc:grpChg>
        <pc:grpChg chg="mod">
          <ac:chgData name="JOSÉ OBREGÓN" userId="bcfc30687048b8de" providerId="LiveId" clId="{355DEDEA-FA1F-4B0A-9D71-D82A549765A3}" dt="2026-03-22T03:39:57.152" v="1731" actId="571"/>
          <ac:grpSpMkLst>
            <pc:docMk/>
            <pc:sldMk cId="2543939782" sldId="257"/>
            <ac:grpSpMk id="1042" creationId="{5FB09699-69D9-0F7A-30CE-677754BD4436}"/>
          </ac:grpSpMkLst>
        </pc:grpChg>
        <pc:grpChg chg="add mod modVis">
          <ac:chgData name="JOSÉ OBREGÓN" userId="bcfc30687048b8de" providerId="LiveId" clId="{355DEDEA-FA1F-4B0A-9D71-D82A549765A3}" dt="2026-03-22T03:40:40.019" v="1748" actId="14430"/>
          <ac:grpSpMkLst>
            <pc:docMk/>
            <pc:sldMk cId="2543939782" sldId="257"/>
            <ac:grpSpMk id="1048" creationId="{1D09865E-73D7-1EC5-EABD-6C961C22E3F0}"/>
          </ac:grpSpMkLst>
        </pc:grpChg>
        <pc:grpChg chg="add mod">
          <ac:chgData name="JOSÉ OBREGÓN" userId="bcfc30687048b8de" providerId="LiveId" clId="{355DEDEA-FA1F-4B0A-9D71-D82A549765A3}" dt="2026-03-22T03:41:24.550" v="1763" actId="164"/>
          <ac:grpSpMkLst>
            <pc:docMk/>
            <pc:sldMk cId="2543939782" sldId="257"/>
            <ac:grpSpMk id="1049" creationId="{880FA5C7-3E9F-9D13-4748-190C175054C9}"/>
          </ac:grpSpMkLst>
        </pc:grpChg>
        <pc:grpChg chg="add mod">
          <ac:chgData name="JOSÉ OBREGÓN" userId="bcfc30687048b8de" providerId="LiveId" clId="{355DEDEA-FA1F-4B0A-9D71-D82A549765A3}" dt="2026-03-22T03:51:27.952" v="2121" actId="1036"/>
          <ac:grpSpMkLst>
            <pc:docMk/>
            <pc:sldMk cId="2543939782" sldId="257"/>
            <ac:grpSpMk id="1050" creationId="{16D6E3F2-FDAA-ED4D-B228-BB9F7959A1E1}"/>
          </ac:grpSpMkLst>
        </pc:grpChg>
        <pc:grpChg chg="mod">
          <ac:chgData name="JOSÉ OBREGÓN" userId="bcfc30687048b8de" providerId="LiveId" clId="{355DEDEA-FA1F-4B0A-9D71-D82A549765A3}" dt="2026-03-22T04:01:26.348" v="2179" actId="1076"/>
          <ac:grpSpMkLst>
            <pc:docMk/>
            <pc:sldMk cId="2543939782" sldId="257"/>
            <ac:grpSpMk id="1051" creationId="{D666A991-7B04-4508-B553-DA95EA083567}"/>
          </ac:grpSpMkLst>
        </pc:grpChg>
        <pc:grpChg chg="mod">
          <ac:chgData name="JOSÉ OBREGÓN" userId="bcfc30687048b8de" providerId="LiveId" clId="{355DEDEA-FA1F-4B0A-9D71-D82A549765A3}" dt="2026-03-22T04:01:26.348" v="2179" actId="1076"/>
          <ac:grpSpMkLst>
            <pc:docMk/>
            <pc:sldMk cId="2543939782" sldId="257"/>
            <ac:grpSpMk id="1054" creationId="{BD4DCD5B-647A-DE11-262C-CD510E46D873}"/>
          </ac:grpSpMkLst>
        </pc:grpChg>
        <pc:grpChg chg="mod">
          <ac:chgData name="JOSÉ OBREGÓN" userId="bcfc30687048b8de" providerId="LiveId" clId="{355DEDEA-FA1F-4B0A-9D71-D82A549765A3}" dt="2026-03-22T04:05:21.932" v="2272" actId="1076"/>
          <ac:grpSpMkLst>
            <pc:docMk/>
            <pc:sldMk cId="2543939782" sldId="257"/>
            <ac:grpSpMk id="1067" creationId="{A1BDC174-BB9B-D1C1-0FE4-E791C9766F31}"/>
          </ac:grpSpMkLst>
        </pc:grpChg>
        <pc:grpChg chg="mod">
          <ac:chgData name="JOSÉ OBREGÓN" userId="bcfc30687048b8de" providerId="LiveId" clId="{355DEDEA-FA1F-4B0A-9D71-D82A549765A3}" dt="2026-03-22T04:05:21.932" v="2272" actId="1076"/>
          <ac:grpSpMkLst>
            <pc:docMk/>
            <pc:sldMk cId="2543939782" sldId="257"/>
            <ac:grpSpMk id="1070" creationId="{F5677568-AA41-C030-3C3A-23CCA27E4A74}"/>
          </ac:grpSpMkLst>
        </pc:grpChg>
        <pc:grpChg chg="mod">
          <ac:chgData name="JOSÉ OBREGÓN" userId="bcfc30687048b8de" providerId="LiveId" clId="{355DEDEA-FA1F-4B0A-9D71-D82A549765A3}" dt="2026-03-22T04:05:44.316" v="2274" actId="1076"/>
          <ac:grpSpMkLst>
            <pc:docMk/>
            <pc:sldMk cId="2543939782" sldId="257"/>
            <ac:grpSpMk id="1083" creationId="{E67658DC-4550-5722-2F54-646216237793}"/>
          </ac:grpSpMkLst>
        </pc:grpChg>
        <pc:grpChg chg="mod">
          <ac:chgData name="JOSÉ OBREGÓN" userId="bcfc30687048b8de" providerId="LiveId" clId="{355DEDEA-FA1F-4B0A-9D71-D82A549765A3}" dt="2026-03-22T04:05:44.316" v="2274" actId="1076"/>
          <ac:grpSpMkLst>
            <pc:docMk/>
            <pc:sldMk cId="2543939782" sldId="257"/>
            <ac:grpSpMk id="1086" creationId="{A3FDC5C2-F49D-9B64-23EB-194FFD62DF90}"/>
          </ac:grpSpMkLst>
        </pc:grpChg>
        <pc:picChg chg="add mod ord">
          <ac:chgData name="JOSÉ OBREGÓN" userId="bcfc30687048b8de" providerId="LiveId" clId="{355DEDEA-FA1F-4B0A-9D71-D82A549765A3}" dt="2026-03-22T03:07:11.787" v="954" actId="167"/>
          <ac:picMkLst>
            <pc:docMk/>
            <pc:sldMk cId="2543939782" sldId="257"/>
            <ac:picMk id="11" creationId="{5E86E720-A3AD-C982-D3B6-33F029D899ED}"/>
          </ac:picMkLst>
        </pc:picChg>
        <pc:picChg chg="mod">
          <ac:chgData name="JOSÉ OBREGÓN" userId="bcfc30687048b8de" providerId="LiveId" clId="{355DEDEA-FA1F-4B0A-9D71-D82A549765A3}" dt="2026-03-22T02:45:24.804" v="661" actId="1076"/>
          <ac:picMkLst>
            <pc:docMk/>
            <pc:sldMk cId="2543939782" sldId="257"/>
            <ac:picMk id="30" creationId="{1E32D523-5F58-9C5E-0B47-20C511E1364D}"/>
          </ac:picMkLst>
        </pc:picChg>
        <pc:picChg chg="mod">
          <ac:chgData name="JOSÉ OBREGÓN" userId="bcfc30687048b8de" providerId="LiveId" clId="{355DEDEA-FA1F-4B0A-9D71-D82A549765A3}" dt="2026-03-22T02:47:11.113" v="697" actId="1076"/>
          <ac:picMkLst>
            <pc:docMk/>
            <pc:sldMk cId="2543939782" sldId="257"/>
            <ac:picMk id="35" creationId="{53133A7A-0443-4466-4B9B-0D86738E9832}"/>
          </ac:picMkLst>
        </pc:picChg>
        <pc:picChg chg="mod">
          <ac:chgData name="JOSÉ OBREGÓN" userId="bcfc30687048b8de" providerId="LiveId" clId="{355DEDEA-FA1F-4B0A-9D71-D82A549765A3}" dt="2026-03-22T02:55:19.459" v="745"/>
          <ac:picMkLst>
            <pc:docMk/>
            <pc:sldMk cId="2543939782" sldId="257"/>
            <ac:picMk id="40" creationId="{88969940-AF2A-15CF-8202-6BCAE7304D92}"/>
          </ac:picMkLst>
        </pc:picChg>
        <pc:picChg chg="mod">
          <ac:chgData name="JOSÉ OBREGÓN" userId="bcfc30687048b8de" providerId="LiveId" clId="{355DEDEA-FA1F-4B0A-9D71-D82A549765A3}" dt="2026-03-22T02:55:37.745" v="746"/>
          <ac:picMkLst>
            <pc:docMk/>
            <pc:sldMk cId="2543939782" sldId="257"/>
            <ac:picMk id="45" creationId="{64C7EB77-F7CB-564B-7892-1FA920AC2EA7}"/>
          </ac:picMkLst>
        </pc:picChg>
        <pc:picChg chg="add mod">
          <ac:chgData name="JOSÉ OBREGÓN" userId="bcfc30687048b8de" providerId="LiveId" clId="{355DEDEA-FA1F-4B0A-9D71-D82A549765A3}" dt="2026-03-22T03:44:42.986" v="1915" actId="165"/>
          <ac:picMkLst>
            <pc:docMk/>
            <pc:sldMk cId="2543939782" sldId="257"/>
            <ac:picMk id="48" creationId="{2B089AA8-786B-3A29-472C-772231812B59}"/>
          </ac:picMkLst>
        </pc:picChg>
        <pc:picChg chg="add mod">
          <ac:chgData name="JOSÉ OBREGÓN" userId="bcfc30687048b8de" providerId="LiveId" clId="{355DEDEA-FA1F-4B0A-9D71-D82A549765A3}" dt="2026-03-22T03:46:40.407" v="2061" actId="165"/>
          <ac:picMkLst>
            <pc:docMk/>
            <pc:sldMk cId="2543939782" sldId="257"/>
            <ac:picMk id="50" creationId="{6F8A7C64-59EC-C9C6-3B71-2EBDF2E5FB28}"/>
          </ac:picMkLst>
        </pc:picChg>
        <pc:picChg chg="add mod">
          <ac:chgData name="JOSÉ OBREGÓN" userId="bcfc30687048b8de" providerId="LiveId" clId="{355DEDEA-FA1F-4B0A-9D71-D82A549765A3}" dt="2026-03-22T03:47:07.632" v="2065" actId="165"/>
          <ac:picMkLst>
            <pc:docMk/>
            <pc:sldMk cId="2543939782" sldId="257"/>
            <ac:picMk id="52" creationId="{C64C17A8-4503-B770-0134-48EF9F467D07}"/>
          </ac:picMkLst>
        </pc:picChg>
        <pc:picChg chg="add mod">
          <ac:chgData name="JOSÉ OBREGÓN" userId="bcfc30687048b8de" providerId="LiveId" clId="{355DEDEA-FA1F-4B0A-9D71-D82A549765A3}" dt="2026-03-22T04:04:15.510" v="2269"/>
          <ac:picMkLst>
            <pc:docMk/>
            <pc:sldMk cId="2543939782" sldId="257"/>
            <ac:picMk id="60" creationId="{43091385-9D2E-3D1B-4905-AD20C121993D}"/>
          </ac:picMkLst>
        </pc:picChg>
        <pc:picChg chg="add del">
          <ac:chgData name="JOSÉ OBREGÓN" userId="bcfc30687048b8de" providerId="LiveId" clId="{355DEDEA-FA1F-4B0A-9D71-D82A549765A3}" dt="2026-03-22T03:18:06.207" v="1094" actId="22"/>
          <ac:picMkLst>
            <pc:docMk/>
            <pc:sldMk cId="2543939782" sldId="257"/>
            <ac:picMk id="1024" creationId="{620561A3-7EAA-9EFE-8839-A30485C5177F}"/>
          </ac:picMkLst>
        </pc:picChg>
        <pc:picChg chg="add mod">
          <ac:chgData name="JOSÉ OBREGÓN" userId="bcfc30687048b8de" providerId="LiveId" clId="{355DEDEA-FA1F-4B0A-9D71-D82A549765A3}" dt="2026-03-22T03:20:09.320" v="1140" actId="164"/>
          <ac:picMkLst>
            <pc:docMk/>
            <pc:sldMk cId="2543939782" sldId="257"/>
            <ac:picMk id="1026" creationId="{2F611C97-FB88-9A02-D40F-8D8BDCFF34F8}"/>
          </ac:picMkLst>
        </pc:picChg>
        <pc:picChg chg="add mod">
          <ac:chgData name="JOSÉ OBREGÓN" userId="bcfc30687048b8de" providerId="LiveId" clId="{355DEDEA-FA1F-4B0A-9D71-D82A549765A3}" dt="2026-03-22T03:51:01.133" v="2111" actId="12788"/>
          <ac:picMkLst>
            <pc:docMk/>
            <pc:sldMk cId="2543939782" sldId="257"/>
            <ac:picMk id="1030" creationId="{6F7C15C6-395E-8A7A-52CA-9E82219E7B9B}"/>
          </ac:picMkLst>
        </pc:picChg>
        <pc:picChg chg="mod">
          <ac:chgData name="JOSÉ OBREGÓN" userId="bcfc30687048b8de" providerId="LiveId" clId="{355DEDEA-FA1F-4B0A-9D71-D82A549765A3}" dt="2026-03-22T03:39:57.152" v="1731" actId="571"/>
          <ac:picMkLst>
            <pc:docMk/>
            <pc:sldMk cId="2543939782" sldId="257"/>
            <ac:picMk id="1044" creationId="{DF4FE914-B838-1A79-DF27-020DCDB43717}"/>
          </ac:picMkLst>
        </pc:picChg>
        <pc:picChg chg="mod">
          <ac:chgData name="JOSÉ OBREGÓN" userId="bcfc30687048b8de" providerId="LiveId" clId="{355DEDEA-FA1F-4B0A-9D71-D82A549765A3}" dt="2026-03-22T04:04:08.310" v="2268"/>
          <ac:picMkLst>
            <pc:docMk/>
            <pc:sldMk cId="2543939782" sldId="257"/>
            <ac:picMk id="1052" creationId="{F7D3E5AC-DC39-7E16-D0AA-937C3B5C0337}"/>
          </ac:picMkLst>
        </pc:picChg>
        <pc:picChg chg="mod">
          <ac:chgData name="JOSÉ OBREGÓN" userId="bcfc30687048b8de" providerId="LiveId" clId="{355DEDEA-FA1F-4B0A-9D71-D82A549765A3}" dt="2026-03-22T04:03:54.564" v="2266"/>
          <ac:picMkLst>
            <pc:docMk/>
            <pc:sldMk cId="2543939782" sldId="257"/>
            <ac:picMk id="1065" creationId="{880F57C7-B960-2216-BC50-5C8984839B58}"/>
          </ac:picMkLst>
        </pc:picChg>
        <pc:picChg chg="mod">
          <ac:chgData name="JOSÉ OBREGÓN" userId="bcfc30687048b8de" providerId="LiveId" clId="{355DEDEA-FA1F-4B0A-9D71-D82A549765A3}" dt="2026-03-22T04:05:57.598" v="2275"/>
          <ac:picMkLst>
            <pc:docMk/>
            <pc:sldMk cId="2543939782" sldId="257"/>
            <ac:picMk id="1084" creationId="{9DF65F49-E414-01E2-809F-C4F1A2F20D5E}"/>
          </ac:picMkLst>
        </pc:picChg>
        <pc:picChg chg="mod">
          <ac:chgData name="JOSÉ OBREGÓN" userId="bcfc30687048b8de" providerId="LiveId" clId="{355DEDEA-FA1F-4B0A-9D71-D82A549765A3}" dt="2026-03-22T04:06:05.002" v="2276"/>
          <ac:picMkLst>
            <pc:docMk/>
            <pc:sldMk cId="2543939782" sldId="257"/>
            <ac:picMk id="1097" creationId="{B0C047F2-A360-EDD0-A4FE-A351166B72D2}"/>
          </ac:picMkLst>
        </pc:picChg>
        <pc:picChg chg="add mod">
          <ac:chgData name="JOSÉ OBREGÓN" userId="bcfc30687048b8de" providerId="LiveId" clId="{355DEDEA-FA1F-4B0A-9D71-D82A549765A3}" dt="2026-03-22T04:09:12.004" v="2314"/>
          <ac:picMkLst>
            <pc:docMk/>
            <pc:sldMk cId="2543939782" sldId="257"/>
            <ac:picMk id="1099" creationId="{CB79B521-7557-C45A-C39D-EB7E139B006D}"/>
          </ac:picMkLst>
        </pc:picChg>
      </pc:sldChg>
      <pc:sldChg chg="modSp new del mod">
        <pc:chgData name="JOSÉ OBREGÓN" userId="bcfc30687048b8de" providerId="LiveId" clId="{355DEDEA-FA1F-4B0A-9D71-D82A549765A3}" dt="2026-03-22T04:09:57.144" v="2318" actId="47"/>
        <pc:sldMkLst>
          <pc:docMk/>
          <pc:sldMk cId="1283584290" sldId="258"/>
        </pc:sldMkLst>
        <pc:spChg chg="mod">
          <ac:chgData name="JOSÉ OBREGÓN" userId="bcfc30687048b8de" providerId="LiveId" clId="{355DEDEA-FA1F-4B0A-9D71-D82A549765A3}" dt="2026-03-22T02:36:15.441" v="545" actId="2711"/>
          <ac:spMkLst>
            <pc:docMk/>
            <pc:sldMk cId="1283584290" sldId="258"/>
            <ac:spMk id="3" creationId="{2B35B4B8-4873-78BA-6591-25A0668B6593}"/>
          </ac:spMkLst>
        </pc:spChg>
      </pc:sldChg>
      <pc:sldChg chg="addSp delSp modSp add mod ord">
        <pc:chgData name="JOSÉ OBREGÓN" userId="bcfc30687048b8de" providerId="LiveId" clId="{355DEDEA-FA1F-4B0A-9D71-D82A549765A3}" dt="2026-03-22T05:07:49.209" v="2414" actId="1037"/>
        <pc:sldMkLst>
          <pc:docMk/>
          <pc:sldMk cId="3723569673" sldId="259"/>
        </pc:sldMkLst>
        <pc:spChg chg="add del mod">
          <ac:chgData name="JOSÉ OBREGÓN" userId="bcfc30687048b8de" providerId="LiveId" clId="{355DEDEA-FA1F-4B0A-9D71-D82A549765A3}" dt="2026-03-22T04:15:47.080" v="2352" actId="478"/>
          <ac:spMkLst>
            <pc:docMk/>
            <pc:sldMk cId="3723569673" sldId="259"/>
            <ac:spMk id="3" creationId="{D84E9B3D-F716-1EAD-8249-DC1356BFF783}"/>
          </ac:spMkLst>
        </pc:spChg>
        <pc:spChg chg="mod">
          <ac:chgData name="JOSÉ OBREGÓN" userId="bcfc30687048b8de" providerId="LiveId" clId="{355DEDEA-FA1F-4B0A-9D71-D82A549765A3}" dt="2026-03-22T04:21:32.094" v="2402" actId="12788"/>
          <ac:spMkLst>
            <pc:docMk/>
            <pc:sldMk cId="3723569673" sldId="259"/>
            <ac:spMk id="6" creationId="{B5C3BF0B-BD10-6019-25D7-59B44E4DD72F}"/>
          </ac:spMkLst>
        </pc:spChg>
        <pc:spChg chg="mod">
          <ac:chgData name="JOSÉ OBREGÓN" userId="bcfc30687048b8de" providerId="LiveId" clId="{355DEDEA-FA1F-4B0A-9D71-D82A549765A3}" dt="2026-03-22T04:21:32.094" v="2402" actId="12788"/>
          <ac:spMkLst>
            <pc:docMk/>
            <pc:sldMk cId="3723569673" sldId="259"/>
            <ac:spMk id="25" creationId="{DE42BE16-39C1-7478-5E90-AA1150D47A68}"/>
          </ac:spMkLst>
        </pc:spChg>
        <pc:spChg chg="mod">
          <ac:chgData name="JOSÉ OBREGÓN" userId="bcfc30687048b8de" providerId="LiveId" clId="{355DEDEA-FA1F-4B0A-9D71-D82A549765A3}" dt="2026-03-22T04:18:34.235" v="2372" actId="14100"/>
          <ac:spMkLst>
            <pc:docMk/>
            <pc:sldMk cId="3723569673" sldId="259"/>
            <ac:spMk id="1034" creationId="{9EFE8F52-A9DA-FA77-66D5-E307A52F404D}"/>
          </ac:spMkLst>
        </pc:spChg>
        <pc:spChg chg="mod">
          <ac:chgData name="JOSÉ OBREGÓN" userId="bcfc30687048b8de" providerId="LiveId" clId="{355DEDEA-FA1F-4B0A-9D71-D82A549765A3}" dt="2026-03-22T04:18:48.437" v="2387" actId="1038"/>
          <ac:spMkLst>
            <pc:docMk/>
            <pc:sldMk cId="3723569673" sldId="259"/>
            <ac:spMk id="1038" creationId="{956BA1CB-CEB7-39D3-9EE6-CFEE9623F89A}"/>
          </ac:spMkLst>
        </pc:spChg>
        <pc:grpChg chg="mod">
          <ac:chgData name="JOSÉ OBREGÓN" userId="bcfc30687048b8de" providerId="LiveId" clId="{355DEDEA-FA1F-4B0A-9D71-D82A549765A3}" dt="2026-03-22T04:21:32.094" v="2402" actId="12788"/>
          <ac:grpSpMkLst>
            <pc:docMk/>
            <pc:sldMk cId="3723569673" sldId="259"/>
            <ac:grpSpMk id="26" creationId="{3E208F40-96AB-ACCD-511E-AA968B8F8349}"/>
          </ac:grpSpMkLst>
        </pc:grpChg>
        <pc:grpChg chg="mod">
          <ac:chgData name="JOSÉ OBREGÓN" userId="bcfc30687048b8de" providerId="LiveId" clId="{355DEDEA-FA1F-4B0A-9D71-D82A549765A3}" dt="2026-03-22T05:07:42.763" v="2410" actId="1038"/>
          <ac:grpSpMkLst>
            <pc:docMk/>
            <pc:sldMk cId="3723569673" sldId="259"/>
            <ac:grpSpMk id="62" creationId="{7713F6DF-702D-5AC9-6EAB-35607EEF6179}"/>
          </ac:grpSpMkLst>
        </pc:grpChg>
        <pc:grpChg chg="mod">
          <ac:chgData name="JOSÉ OBREGÓN" userId="bcfc30687048b8de" providerId="LiveId" clId="{355DEDEA-FA1F-4B0A-9D71-D82A549765A3}" dt="2026-03-22T05:07:49.209" v="2414" actId="1037"/>
          <ac:grpSpMkLst>
            <pc:docMk/>
            <pc:sldMk cId="3723569673" sldId="259"/>
            <ac:grpSpMk id="1051" creationId="{D461CAEB-363C-AC00-3AA5-1B4286990326}"/>
          </ac:grpSpMkLst>
        </pc:grpChg>
        <pc:grpChg chg="mod">
          <ac:chgData name="JOSÉ OBREGÓN" userId="bcfc30687048b8de" providerId="LiveId" clId="{355DEDEA-FA1F-4B0A-9D71-D82A549765A3}" dt="2026-03-22T05:07:46.594" v="2412" actId="1037"/>
          <ac:grpSpMkLst>
            <pc:docMk/>
            <pc:sldMk cId="3723569673" sldId="259"/>
            <ac:grpSpMk id="1083" creationId="{598AD130-AA3B-1A46-14C7-D66449919FC9}"/>
          </ac:grpSpMkLst>
        </pc:grpChg>
        <pc:picChg chg="mod">
          <ac:chgData name="JOSÉ OBREGÓN" userId="bcfc30687048b8de" providerId="LiveId" clId="{355DEDEA-FA1F-4B0A-9D71-D82A549765A3}" dt="2026-03-22T04:21:32.094" v="2402" actId="12788"/>
          <ac:picMkLst>
            <pc:docMk/>
            <pc:sldMk cId="3723569673" sldId="259"/>
            <ac:picMk id="1030" creationId="{977CE7E7-A7C4-02A5-87D0-8CC5179C9B41}"/>
          </ac:picMkLst>
        </pc:picChg>
      </pc:sldChg>
      <pc:sldChg chg="new">
        <pc:chgData name="JOSÉ OBREGÓN" userId="bcfc30687048b8de" providerId="LiveId" clId="{355DEDEA-FA1F-4B0A-9D71-D82A549765A3}" dt="2026-03-22T04:09:33.339" v="2316" actId="680"/>
        <pc:sldMkLst>
          <pc:docMk/>
          <pc:sldMk cId="1333852398" sldId="260"/>
        </pc:sldMkLst>
      </pc:sldChg>
      <pc:sldChg chg="new">
        <pc:chgData name="JOSÉ OBREGÓN" userId="bcfc30687048b8de" providerId="LiveId" clId="{355DEDEA-FA1F-4B0A-9D71-D82A549765A3}" dt="2026-03-22T04:09:50.448" v="2317" actId="680"/>
        <pc:sldMkLst>
          <pc:docMk/>
          <pc:sldMk cId="5070559" sldId="261"/>
        </pc:sldMkLst>
      </pc:sldChg>
      <pc:sldChg chg="add">
        <pc:chgData name="JOSÉ OBREGÓN" userId="bcfc30687048b8de" providerId="LiveId" clId="{355DEDEA-FA1F-4B0A-9D71-D82A549765A3}" dt="2026-03-22T04:45:55.045" v="2403" actId="2890"/>
        <pc:sldMkLst>
          <pc:docMk/>
          <pc:sldMk cId="391454936" sldId="262"/>
        </pc:sldMkLst>
      </pc:sldChg>
      <pc:sldMasterChg chg="modSp modSldLayout">
        <pc:chgData name="JOSÉ OBREGÓN" userId="bcfc30687048b8de" providerId="LiveId" clId="{355DEDEA-FA1F-4B0A-9D71-D82A549765A3}" dt="2026-03-22T01:46:22.388" v="110"/>
        <pc:sldMasterMkLst>
          <pc:docMk/>
          <pc:sldMasterMk cId="1848698249" sldId="2147483660"/>
        </pc:sldMasterMkLst>
        <pc:spChg chg="mod">
          <ac:chgData name="JOSÉ OBREGÓN" userId="bcfc30687048b8de" providerId="LiveId" clId="{355DEDEA-FA1F-4B0A-9D71-D82A549765A3}" dt="2026-03-22T01:46:22.388" v="110"/>
          <ac:spMkLst>
            <pc:docMk/>
            <pc:sldMasterMk cId="1848698249" sldId="2147483660"/>
            <ac:spMk id="2" creationId="{00000000-0000-0000-0000-000000000000}"/>
          </ac:spMkLst>
        </pc:spChg>
        <pc:spChg chg="mod">
          <ac:chgData name="JOSÉ OBREGÓN" userId="bcfc30687048b8de" providerId="LiveId" clId="{355DEDEA-FA1F-4B0A-9D71-D82A549765A3}" dt="2026-03-22T01:46:22.388" v="110"/>
          <ac:spMkLst>
            <pc:docMk/>
            <pc:sldMasterMk cId="1848698249" sldId="2147483660"/>
            <ac:spMk id="3" creationId="{00000000-0000-0000-0000-000000000000}"/>
          </ac:spMkLst>
        </pc:spChg>
        <pc:spChg chg="mod">
          <ac:chgData name="JOSÉ OBREGÓN" userId="bcfc30687048b8de" providerId="LiveId" clId="{355DEDEA-FA1F-4B0A-9D71-D82A549765A3}" dt="2026-03-22T01:46:22.388" v="110"/>
          <ac:spMkLst>
            <pc:docMk/>
            <pc:sldMasterMk cId="1848698249" sldId="2147483660"/>
            <ac:spMk id="4" creationId="{00000000-0000-0000-0000-000000000000}"/>
          </ac:spMkLst>
        </pc:spChg>
        <pc:spChg chg="mod">
          <ac:chgData name="JOSÉ OBREGÓN" userId="bcfc30687048b8de" providerId="LiveId" clId="{355DEDEA-FA1F-4B0A-9D71-D82A549765A3}" dt="2026-03-22T01:46:22.388" v="110"/>
          <ac:spMkLst>
            <pc:docMk/>
            <pc:sldMasterMk cId="1848698249" sldId="2147483660"/>
            <ac:spMk id="5" creationId="{00000000-0000-0000-0000-000000000000}"/>
          </ac:spMkLst>
        </pc:spChg>
        <pc:spChg chg="mod">
          <ac:chgData name="JOSÉ OBREGÓN" userId="bcfc30687048b8de" providerId="LiveId" clId="{355DEDEA-FA1F-4B0A-9D71-D82A549765A3}" dt="2026-03-22T01:46:22.388" v="110"/>
          <ac:spMkLst>
            <pc:docMk/>
            <pc:sldMasterMk cId="1848698249" sldId="2147483660"/>
            <ac:spMk id="6" creationId="{00000000-0000-0000-0000-000000000000}"/>
          </ac:spMkLst>
        </pc:spChg>
        <pc:spChg chg="mod">
          <ac:chgData name="JOSÉ OBREGÓN" userId="bcfc30687048b8de" providerId="LiveId" clId="{355DEDEA-FA1F-4B0A-9D71-D82A549765A3}" dt="2026-03-22T01:46:22.388" v="110"/>
          <ac:spMkLst>
            <pc:docMk/>
            <pc:sldMasterMk cId="1848698249" sldId="2147483660"/>
            <ac:spMk id="9" creationId="{00000000-0000-0000-0000-000000000000}"/>
          </ac:spMkLst>
        </pc:sp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3782577406" sldId="2147483661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2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3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4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5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6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11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782577406" sldId="2147483661"/>
              <ac:spMk id="14" creationId="{00000000-0000-0000-0000-000000000000}"/>
            </ac:spMkLst>
          </pc:spChg>
          <pc:grpChg chg="mod">
            <ac:chgData name="JOSÉ OBREGÓN" userId="bcfc30687048b8de" providerId="LiveId" clId="{355DEDEA-FA1F-4B0A-9D71-D82A549765A3}" dt="2026-03-22T01:46:22.388" v="110"/>
            <ac:grpSpMkLst>
              <pc:docMk/>
              <pc:sldMasterMk cId="1848698249" sldId="2147483660"/>
              <pc:sldLayoutMk cId="3782577406" sldId="2147483661"/>
              <ac:grpSpMk id="7" creationId="{00000000-0000-0000-0000-000000000000}"/>
            </ac:grpSpMkLst>
          </pc:gr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4207843284" sldId="2147483663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07843284" sldId="2147483663"/>
              <ac:spMk id="2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07843284" sldId="2147483663"/>
              <ac:spMk id="3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07843284" sldId="2147483663"/>
              <ac:spMk id="4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07843284" sldId="2147483663"/>
              <ac:spMk id="5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07843284" sldId="2147483663"/>
              <ac:spMk id="6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07843284" sldId="2147483663"/>
              <ac:spMk id="7" creationId="{00000000-0000-0000-0000-000000000000}"/>
            </ac:spMkLst>
          </pc:s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1447119616" sldId="2147483664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1447119616" sldId="2147483664"/>
              <ac:spMk id="3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1447119616" sldId="2147483664"/>
              <ac:spMk id="4" creationId="{00000000-0000-0000-0000-000000000000}"/>
            </ac:spMkLst>
          </pc:s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339117159" sldId="2147483665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39117159" sldId="2147483665"/>
              <ac:spMk id="2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39117159" sldId="2147483665"/>
              <ac:spMk id="3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39117159" sldId="2147483665"/>
              <ac:spMk id="4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39117159" sldId="2147483665"/>
              <ac:spMk id="5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339117159" sldId="2147483665"/>
              <ac:spMk id="6" creationId="{00000000-0000-0000-0000-000000000000}"/>
            </ac:spMkLst>
          </pc:s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4244571956" sldId="2147483668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2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3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4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5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6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7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8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244571956" sldId="2147483668"/>
              <ac:spMk id="9" creationId="{00000000-0000-0000-0000-000000000000}"/>
            </ac:spMkLst>
          </pc:s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515011542" sldId="2147483669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2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3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4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5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6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7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8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515011542" sldId="2147483669"/>
              <ac:spMk id="9" creationId="{00000000-0000-0000-0000-000000000000}"/>
            </ac:spMkLst>
          </pc:s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4059854936" sldId="2147483670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059854936" sldId="2147483670"/>
              <ac:spMk id="3" creationId="{00000000-0000-0000-0000-000000000000}"/>
            </ac:spMkLst>
          </pc:spChg>
        </pc:sldLayoutChg>
        <pc:sldLayoutChg chg="modSp">
          <pc:chgData name="JOSÉ OBREGÓN" userId="bcfc30687048b8de" providerId="LiveId" clId="{355DEDEA-FA1F-4B0A-9D71-D82A549765A3}" dt="2026-03-22T01:46:22.388" v="110"/>
          <pc:sldLayoutMkLst>
            <pc:docMk/>
            <pc:sldMasterMk cId="1848698249" sldId="2147483660"/>
            <pc:sldLayoutMk cId="4035882651" sldId="2147483671"/>
          </pc:sldLayoutMkLst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035882651" sldId="2147483671"/>
              <ac:spMk id="2" creationId="{00000000-0000-0000-0000-000000000000}"/>
            </ac:spMkLst>
          </pc:spChg>
          <pc:spChg chg="mod">
            <ac:chgData name="JOSÉ OBREGÓN" userId="bcfc30687048b8de" providerId="LiveId" clId="{355DEDEA-FA1F-4B0A-9D71-D82A549765A3}" dt="2026-03-22T01:46:22.388" v="110"/>
            <ac:spMkLst>
              <pc:docMk/>
              <pc:sldMasterMk cId="1848698249" sldId="2147483660"/>
              <pc:sldLayoutMk cId="4035882651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2868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6874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92497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4296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0136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768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3498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42010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4272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75301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719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28214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5571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2459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26681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42517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6047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s-CO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43DC4-C044-4D4C-8007-7FE9E06C41BA}" type="datetimeFigureOut">
              <a:rPr lang="es-CO" smtClean="0"/>
              <a:t>21/03/2026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D7FC5-5E6F-4E78-AF91-B136885794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07985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8192" userDrawn="1">
          <p15:clr>
            <a:srgbClr val="F26B43"/>
          </p15:clr>
        </p15:guide>
        <p15:guide id="2" pos="1109" userDrawn="1">
          <p15:clr>
            <a:srgbClr val="F26B43"/>
          </p15:clr>
        </p15:guide>
        <p15:guide id="3" pos="1024" userDrawn="1">
          <p15:clr>
            <a:srgbClr val="F26B43"/>
          </p15:clr>
        </p15:guide>
        <p15:guide id="4" pos="6144" userDrawn="1">
          <p15:clr>
            <a:srgbClr val="F26B43"/>
          </p15:clr>
        </p15:guide>
        <p15:guide id="5" pos="832" userDrawn="1">
          <p15:clr>
            <a:srgbClr val="F26B43"/>
          </p15:clr>
        </p15:guide>
        <p15:guide id="6" pos="768" userDrawn="1">
          <p15:clr>
            <a:srgbClr val="F26B43"/>
          </p15:clr>
        </p15:guide>
        <p15:guide id="7" pos="9216" userDrawn="1">
          <p15:clr>
            <a:srgbClr val="F26B43"/>
          </p15:clr>
        </p15:guide>
        <p15:guide id="8" pos="1248" userDrawn="1">
          <p15:clr>
            <a:srgbClr val="F26B43"/>
          </p15:clr>
        </p15:guide>
        <p15:guide id="9" pos="1152" userDrawn="1">
          <p15:clr>
            <a:srgbClr val="F26B43"/>
          </p15:clr>
        </p15:guide>
        <p15:guide id="10" orient="horz" pos="1368" userDrawn="1">
          <p15:clr>
            <a:srgbClr val="F26B43"/>
          </p15:clr>
        </p15:guide>
        <p15:guide id="11" orient="horz" pos="1440" userDrawn="1">
          <p15:clr>
            <a:srgbClr val="F26B43"/>
          </p15:clr>
        </p15:guide>
        <p15:guide id="12" orient="horz" pos="3696" userDrawn="1">
          <p15:clr>
            <a:srgbClr val="F26B43"/>
          </p15:clr>
        </p15:guide>
        <p15:guide id="13" orient="horz" pos="432" userDrawn="1">
          <p15:clr>
            <a:srgbClr val="F26B43"/>
          </p15:clr>
        </p15:guide>
        <p15:guide id="14" orient="horz" pos="1512" userDrawn="1">
          <p15:clr>
            <a:srgbClr val="F26B43"/>
          </p15:clr>
        </p15:guide>
        <p15:guide id="15" pos="6912" userDrawn="1">
          <p15:clr>
            <a:srgbClr val="F26B43"/>
          </p15:clr>
        </p15:guide>
        <p15:guide id="16" pos="936" userDrawn="1">
          <p15:clr>
            <a:srgbClr val="F26B43"/>
          </p15:clr>
        </p15:guide>
        <p15:guide id="17" pos="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4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hyperlink" Target="https://www.linkedin.com/in/obregon-jose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4.wdp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hyperlink" Target="https://www.linkedin.com/in/obregon-jose/" TargetMode="External"/><Relationship Id="rId5" Type="http://schemas.openxmlformats.org/officeDocument/2006/relationships/image" Target="../media/image5.png"/><Relationship Id="rId10" Type="http://schemas.openxmlformats.org/officeDocument/2006/relationships/image" Target="../media/image8.png"/><Relationship Id="rId4" Type="http://schemas.microsoft.com/office/2007/relationships/hdphoto" Target="../media/hdphoto1.wdp"/><Relationship Id="rId9" Type="http://schemas.microsoft.com/office/2007/relationships/hdphoto" Target="../media/hdphoto3.wdp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1AC49C-617C-9299-1D40-E981B377E3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9012184-97DE-897B-9A37-20957B871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CO" dirty="0"/>
              <a:t>Bienes Raíces</a:t>
            </a:r>
          </a:p>
          <a:p>
            <a:endParaRPr lang="es-CO" dirty="0"/>
          </a:p>
          <a:p>
            <a:r>
              <a:rPr lang="es-CO" dirty="0"/>
              <a:t>ANALISI DE DATOS – COHORTE 13</a:t>
            </a:r>
          </a:p>
        </p:txBody>
      </p:sp>
    </p:spTree>
    <p:extLst>
      <p:ext uri="{BB962C8B-B14F-4D97-AF65-F5344CB8AC3E}">
        <p14:creationId xmlns:p14="http://schemas.microsoft.com/office/powerpoint/2010/main" val="1673550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20C13-02C2-DCFF-098A-D959C8C44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4BAE9DF8-8EDC-C78F-FCF9-22A11DFBC4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560C70B-F837-3589-2D81-9FC922EB5720}"/>
              </a:ext>
            </a:extLst>
          </p:cNvPr>
          <p:cNvSpPr/>
          <p:nvPr/>
        </p:nvSpPr>
        <p:spPr>
          <a:xfrm>
            <a:off x="900880" y="1205529"/>
            <a:ext cx="3240000" cy="4818225"/>
          </a:xfrm>
          <a:prstGeom prst="roundRect">
            <a:avLst>
              <a:gd name="adj" fmla="val 11205"/>
            </a:avLst>
          </a:prstGeom>
          <a:gradFill>
            <a:gsLst>
              <a:gs pos="0">
                <a:schemeClr val="tx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3300000" scaled="0"/>
          </a:gra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8231F263-9264-AB02-1C6E-4413FA569C88}"/>
              </a:ext>
            </a:extLst>
          </p:cNvPr>
          <p:cNvSpPr>
            <a:spLocks noChangeAspect="1"/>
          </p:cNvSpPr>
          <p:nvPr/>
        </p:nvSpPr>
        <p:spPr>
          <a:xfrm>
            <a:off x="1620880" y="756660"/>
            <a:ext cx="1800000" cy="180000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4A9E07CA-585D-A433-27B4-CC6142E51A70}"/>
              </a:ext>
            </a:extLst>
          </p:cNvPr>
          <p:cNvGrpSpPr/>
          <p:nvPr/>
        </p:nvGrpSpPr>
        <p:grpSpPr>
          <a:xfrm>
            <a:off x="1138528" y="728424"/>
            <a:ext cx="720000" cy="720000"/>
            <a:chOff x="1187806" y="681900"/>
            <a:chExt cx="720000" cy="720000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16F7E8ED-540F-A99D-B6A7-4550428BFD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7806" y="681900"/>
              <a:ext cx="720000" cy="7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B0F0"/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</a:gra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A2C490E0-BD7F-18C8-EE3D-ABB20F5972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95806" y="789900"/>
              <a:ext cx="504000" cy="504000"/>
            </a:xfrm>
            <a:prstGeom prst="rect">
              <a:avLst/>
            </a:prstGeom>
          </p:spPr>
        </p:pic>
      </p:grp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5488247-84F1-FA99-7C5B-54008CD234AC}"/>
              </a:ext>
            </a:extLst>
          </p:cNvPr>
          <p:cNvSpPr/>
          <p:nvPr/>
        </p:nvSpPr>
        <p:spPr>
          <a:xfrm>
            <a:off x="4476000" y="1205529"/>
            <a:ext cx="3240000" cy="4818225"/>
          </a:xfrm>
          <a:prstGeom prst="roundRect">
            <a:avLst>
              <a:gd name="adj" fmla="val 12570"/>
            </a:avLst>
          </a:prstGeom>
          <a:gradFill>
            <a:gsLst>
              <a:gs pos="0">
                <a:schemeClr val="tx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3300000" scaled="0"/>
          </a:gra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969D3E04-121B-4DB1-D428-35C4247EFCFA}"/>
              </a:ext>
            </a:extLst>
          </p:cNvPr>
          <p:cNvSpPr>
            <a:spLocks noChangeAspect="1"/>
          </p:cNvSpPr>
          <p:nvPr/>
        </p:nvSpPr>
        <p:spPr>
          <a:xfrm>
            <a:off x="5196782" y="756660"/>
            <a:ext cx="1800000" cy="180000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0605B5F0-7333-5196-66A6-FDA2CD8ECD48}"/>
              </a:ext>
            </a:extLst>
          </p:cNvPr>
          <p:cNvGrpSpPr/>
          <p:nvPr/>
        </p:nvGrpSpPr>
        <p:grpSpPr>
          <a:xfrm>
            <a:off x="4711175" y="728424"/>
            <a:ext cx="720000" cy="720000"/>
            <a:chOff x="4711406" y="640915"/>
            <a:chExt cx="720000" cy="720000"/>
          </a:xfrm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6DF17E63-54EF-3E17-1726-8AAB472BAE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1406" y="640915"/>
              <a:ext cx="720000" cy="7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030A0"/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</a:gra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C649B70A-7A45-9D91-CC1A-673896D204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19406" y="748915"/>
              <a:ext cx="504000" cy="504000"/>
            </a:xfrm>
            <a:prstGeom prst="rect">
              <a:avLst/>
            </a:prstGeom>
          </p:spPr>
        </p:pic>
      </p:grp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5C3BF0B-BD10-6019-25D7-59B44E4DD72F}"/>
              </a:ext>
            </a:extLst>
          </p:cNvPr>
          <p:cNvSpPr/>
          <p:nvPr/>
        </p:nvSpPr>
        <p:spPr>
          <a:xfrm>
            <a:off x="8103105" y="1205529"/>
            <a:ext cx="3240000" cy="4847721"/>
          </a:xfrm>
          <a:prstGeom prst="roundRect">
            <a:avLst>
              <a:gd name="adj" fmla="val 11205"/>
            </a:avLst>
          </a:prstGeom>
          <a:gradFill>
            <a:gsLst>
              <a:gs pos="0">
                <a:schemeClr val="tx1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3300000" scaled="0"/>
          </a:grad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7F9CC7E-9F59-B70D-02FF-23BB0AD80153}"/>
              </a:ext>
            </a:extLst>
          </p:cNvPr>
          <p:cNvSpPr>
            <a:spLocks noChangeAspect="1"/>
          </p:cNvSpPr>
          <p:nvPr/>
        </p:nvSpPr>
        <p:spPr>
          <a:xfrm>
            <a:off x="8823105" y="756660"/>
            <a:ext cx="1800000" cy="1800000"/>
          </a:xfrm>
          <a:prstGeom prst="roundRect">
            <a:avLst>
              <a:gd name="adj" fmla="val 50000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C59EDF36-C27A-7191-D469-5057D59A4990}"/>
              </a:ext>
            </a:extLst>
          </p:cNvPr>
          <p:cNvGrpSpPr/>
          <p:nvPr/>
        </p:nvGrpSpPr>
        <p:grpSpPr>
          <a:xfrm>
            <a:off x="8328065" y="728424"/>
            <a:ext cx="720000" cy="720000"/>
            <a:chOff x="8345684" y="667152"/>
            <a:chExt cx="720000" cy="720000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490CE602-B7A9-1A20-4797-9C4FD81727A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5684" y="667152"/>
              <a:ext cx="720000" cy="7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</a:gra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003E2A7F-BA20-8D6A-9400-893227DF1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684" y="757152"/>
              <a:ext cx="540000" cy="5400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2638BC11-54AA-AE57-4362-96E7C83DC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85" y="24886"/>
            <a:ext cx="6534630" cy="605606"/>
          </a:xfrm>
        </p:spPr>
        <p:txBody>
          <a:bodyPr>
            <a:norm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EQUIPO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5BCA9FE-7160-CD06-C40E-3113CD325B9A}"/>
              </a:ext>
            </a:extLst>
          </p:cNvPr>
          <p:cNvSpPr txBox="1"/>
          <p:nvPr/>
        </p:nvSpPr>
        <p:spPr>
          <a:xfrm>
            <a:off x="8319105" y="2652906"/>
            <a:ext cx="280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 Black" panose="020B0A04020102020204" pitchFamily="34" charset="0"/>
              </a:rPr>
              <a:t>JOSÉ BENILDO OBREGÓN VALLECILLA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6633071E-5D61-F058-22ED-CA07D25AC2E0}"/>
              </a:ext>
            </a:extLst>
          </p:cNvPr>
          <p:cNvSpPr>
            <a:spLocks/>
          </p:cNvSpPr>
          <p:nvPr/>
        </p:nvSpPr>
        <p:spPr>
          <a:xfrm>
            <a:off x="8823105" y="3270675"/>
            <a:ext cx="1800000" cy="28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2700000" scaled="1"/>
            <a:tileRect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DATOS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3E208F40-96AB-ACCD-511E-AA968B8F8349}"/>
              </a:ext>
            </a:extLst>
          </p:cNvPr>
          <p:cNvGrpSpPr/>
          <p:nvPr/>
        </p:nvGrpSpPr>
        <p:grpSpPr>
          <a:xfrm>
            <a:off x="8215114" y="5581482"/>
            <a:ext cx="3015982" cy="396000"/>
            <a:chOff x="7935666" y="5604139"/>
            <a:chExt cx="3015982" cy="396000"/>
          </a:xfrm>
        </p:grpSpPr>
        <p:pic>
          <p:nvPicPr>
            <p:cNvPr id="1030" name="Picture 6" descr="linkedin logo png, linkedin logo transparente png, linkedin icono  transparente gratis png 23986574 PNG">
              <a:extLst>
                <a:ext uri="{FF2B5EF4-FFF2-40B4-BE49-F238E27FC236}">
                  <a16:creationId xmlns:a16="http://schemas.microsoft.com/office/drawing/2014/main" id="{977CE7E7-A7C4-02A5-87D0-8CC5179C9B4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935666" y="5604139"/>
              <a:ext cx="396000" cy="3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uadroTexto 24">
              <a:hlinkClick r:id="rId11"/>
              <a:extLst>
                <a:ext uri="{FF2B5EF4-FFF2-40B4-BE49-F238E27FC236}">
                  <a16:creationId xmlns:a16="http://schemas.microsoft.com/office/drawing/2014/main" id="{DE42BE16-39C1-7478-5E90-AA1150D47A68}"/>
                </a:ext>
              </a:extLst>
            </p:cNvPr>
            <p:cNvSpPr txBox="1"/>
            <p:nvPr/>
          </p:nvSpPr>
          <p:spPr>
            <a:xfrm>
              <a:off x="8215648" y="5671334"/>
              <a:ext cx="2736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https://www.linkedin.com/in/obregon-jose</a:t>
              </a:r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732FC5E6-055C-ACD5-55B2-495628FF75CC}"/>
              </a:ext>
            </a:extLst>
          </p:cNvPr>
          <p:cNvSpPr txBox="1"/>
          <p:nvPr/>
        </p:nvSpPr>
        <p:spPr>
          <a:xfrm>
            <a:off x="4752945" y="2652906"/>
            <a:ext cx="2686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 Black" panose="020B0A04020102020204" pitchFamily="34" charset="0"/>
              </a:rPr>
              <a:t>LISETH ZAPATA MANZO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7ABDD4D1-091F-55BE-0C50-7FECCBF0D553}"/>
              </a:ext>
            </a:extLst>
          </p:cNvPr>
          <p:cNvSpPr>
            <a:spLocks/>
          </p:cNvSpPr>
          <p:nvPr/>
        </p:nvSpPr>
        <p:spPr>
          <a:xfrm>
            <a:off x="5196000" y="3270675"/>
            <a:ext cx="1800000" cy="28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030A0"/>
              </a:gs>
              <a:gs pos="100000">
                <a:schemeClr val="bg2">
                  <a:lumMod val="75000"/>
                </a:schemeClr>
              </a:gs>
            </a:gsLst>
            <a:lin ang="2700000" scaled="1"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DATOS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CA4D263-33CD-2FAF-A89E-A5953CB05A04}"/>
              </a:ext>
            </a:extLst>
          </p:cNvPr>
          <p:cNvGrpSpPr/>
          <p:nvPr/>
        </p:nvGrpSpPr>
        <p:grpSpPr>
          <a:xfrm>
            <a:off x="4562132" y="5579597"/>
            <a:ext cx="3067736" cy="396000"/>
            <a:chOff x="7935666" y="5604139"/>
            <a:chExt cx="3067736" cy="396000"/>
          </a:xfrm>
        </p:grpSpPr>
        <p:pic>
          <p:nvPicPr>
            <p:cNvPr id="30" name="Picture 6" descr="linkedin logo png, linkedin logo transparente png, linkedin icono  transparente gratis png 23986574 PNG">
              <a:extLst>
                <a:ext uri="{FF2B5EF4-FFF2-40B4-BE49-F238E27FC236}">
                  <a16:creationId xmlns:a16="http://schemas.microsoft.com/office/drawing/2014/main" id="{AFE49B97-9777-414E-7B1F-047B92DD67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935666" y="5604139"/>
              <a:ext cx="396000" cy="3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D101DA1-A1C6-FFBB-DC58-5D02EDC390CD}"/>
                </a:ext>
              </a:extLst>
            </p:cNvPr>
            <p:cNvSpPr txBox="1"/>
            <p:nvPr/>
          </p:nvSpPr>
          <p:spPr>
            <a:xfrm>
              <a:off x="8215648" y="5671334"/>
              <a:ext cx="27877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https://www.linkedin.com/in/</a:t>
              </a: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575FDD1-698A-2308-B28A-1DE763E21A0D}"/>
              </a:ext>
            </a:extLst>
          </p:cNvPr>
          <p:cNvSpPr txBox="1"/>
          <p:nvPr/>
        </p:nvSpPr>
        <p:spPr>
          <a:xfrm>
            <a:off x="1182772" y="2652906"/>
            <a:ext cx="2686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 Black" panose="020B0A04020102020204" pitchFamily="34" charset="0"/>
              </a:rPr>
              <a:t>JUAN DAVID PELAEZ VILLA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383C04EA-958B-19B6-3B8A-33D1EC2308FE}"/>
              </a:ext>
            </a:extLst>
          </p:cNvPr>
          <p:cNvSpPr>
            <a:spLocks/>
          </p:cNvSpPr>
          <p:nvPr/>
        </p:nvSpPr>
        <p:spPr>
          <a:xfrm>
            <a:off x="1548880" y="3273299"/>
            <a:ext cx="1800000" cy="28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B0F0"/>
              </a:gs>
              <a:gs pos="100000">
                <a:schemeClr val="bg2">
                  <a:lumMod val="75000"/>
                </a:schemeClr>
              </a:gs>
            </a:gsLst>
            <a:lin ang="2700000" scaled="1"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DATOS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B7E9BB32-E734-F2AD-F7D1-1F247C610EEF}"/>
              </a:ext>
            </a:extLst>
          </p:cNvPr>
          <p:cNvGrpSpPr/>
          <p:nvPr/>
        </p:nvGrpSpPr>
        <p:grpSpPr>
          <a:xfrm>
            <a:off x="991959" y="5579597"/>
            <a:ext cx="3067736" cy="396000"/>
            <a:chOff x="7935666" y="5604139"/>
            <a:chExt cx="3067736" cy="396000"/>
          </a:xfrm>
        </p:grpSpPr>
        <p:pic>
          <p:nvPicPr>
            <p:cNvPr id="35" name="Picture 6" descr="linkedin logo png, linkedin logo transparente png, linkedin icono  transparente gratis png 23986574 PNG">
              <a:extLst>
                <a:ext uri="{FF2B5EF4-FFF2-40B4-BE49-F238E27FC236}">
                  <a16:creationId xmlns:a16="http://schemas.microsoft.com/office/drawing/2014/main" id="{D04F5216-918D-B71F-063F-61F06A8B85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935666" y="5604139"/>
              <a:ext cx="396000" cy="3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A6B3E51A-7180-0C0B-DA7B-A6F2BE80CE94}"/>
                </a:ext>
              </a:extLst>
            </p:cNvPr>
            <p:cNvSpPr txBox="1"/>
            <p:nvPr/>
          </p:nvSpPr>
          <p:spPr>
            <a:xfrm>
              <a:off x="8215648" y="5671334"/>
              <a:ext cx="27877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https://www.linkedin.com/in/</a:t>
              </a: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7713F6DF-702D-5AC9-6EAB-35607EEF6179}"/>
              </a:ext>
            </a:extLst>
          </p:cNvPr>
          <p:cNvGrpSpPr/>
          <p:nvPr/>
        </p:nvGrpSpPr>
        <p:grpSpPr>
          <a:xfrm>
            <a:off x="8294210" y="3640325"/>
            <a:ext cx="2633856" cy="677108"/>
            <a:chOff x="8380319" y="3481249"/>
            <a:chExt cx="2633856" cy="677108"/>
          </a:xfrm>
        </p:grpSpPr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37B95A22-3747-8B6F-77D7-B93A2F4D7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80319" y="3481249"/>
              <a:ext cx="324000" cy="324000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6D8D8CDB-3000-E543-DC34-CB35E060C762}"/>
                </a:ext>
              </a:extLst>
            </p:cNvPr>
            <p:cNvSpPr txBox="1"/>
            <p:nvPr/>
          </p:nvSpPr>
          <p:spPr>
            <a:xfrm>
              <a:off x="8688065" y="3481249"/>
              <a:ext cx="232611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Formación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Análisis de datos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Desarrollo de software</a:t>
              </a:r>
            </a:p>
          </p:txBody>
        </p:sp>
      </p:grpSp>
      <p:grpSp>
        <p:nvGrpSpPr>
          <p:cNvPr id="1050" name="Grupo 1049">
            <a:extLst>
              <a:ext uri="{FF2B5EF4-FFF2-40B4-BE49-F238E27FC236}">
                <a16:creationId xmlns:a16="http://schemas.microsoft.com/office/drawing/2014/main" id="{744BA3AD-8A47-E13B-242B-EA6BD03C0AA3}"/>
              </a:ext>
            </a:extLst>
          </p:cNvPr>
          <p:cNvGrpSpPr/>
          <p:nvPr/>
        </p:nvGrpSpPr>
        <p:grpSpPr>
          <a:xfrm>
            <a:off x="8323706" y="4348862"/>
            <a:ext cx="2615986" cy="1171611"/>
            <a:chOff x="8323706" y="4201382"/>
            <a:chExt cx="2615986" cy="1171611"/>
          </a:xfrm>
        </p:grpSpPr>
        <p:grpSp>
          <p:nvGrpSpPr>
            <p:cNvPr id="1028" name="Grupo 1027">
              <a:extLst>
                <a:ext uri="{FF2B5EF4-FFF2-40B4-BE49-F238E27FC236}">
                  <a16:creationId xmlns:a16="http://schemas.microsoft.com/office/drawing/2014/main" id="{768A169C-F6E2-4C68-6A0F-CF2640B4E92E}"/>
                </a:ext>
              </a:extLst>
            </p:cNvPr>
            <p:cNvGrpSpPr/>
            <p:nvPr/>
          </p:nvGrpSpPr>
          <p:grpSpPr>
            <a:xfrm>
              <a:off x="8323706" y="4201382"/>
              <a:ext cx="2615986" cy="307777"/>
              <a:chOff x="8362478" y="4304822"/>
              <a:chExt cx="2615986" cy="307777"/>
            </a:xfrm>
          </p:grpSpPr>
          <p:pic>
            <p:nvPicPr>
              <p:cNvPr id="1026" name="Imagen 1025">
                <a:extLst>
                  <a:ext uri="{FF2B5EF4-FFF2-40B4-BE49-F238E27FC236}">
                    <a16:creationId xmlns:a16="http://schemas.microsoft.com/office/drawing/2014/main" id="{4353DF9F-F5C4-DF96-E521-0BC2F155D4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362478" y="430482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027" name="CuadroTexto 1026">
                <a:extLst>
                  <a:ext uri="{FF2B5EF4-FFF2-40B4-BE49-F238E27FC236}">
                    <a16:creationId xmlns:a16="http://schemas.microsoft.com/office/drawing/2014/main" id="{CDC0EF8E-BD83-6DA4-21AB-01E52B0DB561}"/>
                  </a:ext>
                </a:extLst>
              </p:cNvPr>
              <p:cNvSpPr txBox="1"/>
              <p:nvPr/>
            </p:nvSpPr>
            <p:spPr>
              <a:xfrm>
                <a:off x="8652354" y="4304822"/>
                <a:ext cx="232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Habilidades</a:t>
                </a:r>
              </a:p>
            </p:txBody>
          </p:sp>
        </p:grpSp>
        <p:grpSp>
          <p:nvGrpSpPr>
            <p:cNvPr id="1049" name="Grupo 1048">
              <a:extLst>
                <a:ext uri="{FF2B5EF4-FFF2-40B4-BE49-F238E27FC236}">
                  <a16:creationId xmlns:a16="http://schemas.microsoft.com/office/drawing/2014/main" id="{3B0BBE28-9941-24CE-5636-4AED4A79771B}"/>
                </a:ext>
              </a:extLst>
            </p:cNvPr>
            <p:cNvGrpSpPr/>
            <p:nvPr/>
          </p:nvGrpSpPr>
          <p:grpSpPr>
            <a:xfrm>
              <a:off x="8323706" y="4538826"/>
              <a:ext cx="2592189" cy="834167"/>
              <a:chOff x="8323706" y="4600536"/>
              <a:chExt cx="2592189" cy="834167"/>
            </a:xfrm>
          </p:grpSpPr>
          <p:sp>
            <p:nvSpPr>
              <p:cNvPr id="1029" name="Rectángulo: esquinas redondeadas 1028">
                <a:extLst>
                  <a:ext uri="{FF2B5EF4-FFF2-40B4-BE49-F238E27FC236}">
                    <a16:creationId xmlns:a16="http://schemas.microsoft.com/office/drawing/2014/main" id="{49F9EBEE-0F91-97CC-73CB-0C07A7D89D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600536"/>
                <a:ext cx="57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SQL</a:t>
                </a:r>
              </a:p>
            </p:txBody>
          </p:sp>
          <p:sp>
            <p:nvSpPr>
              <p:cNvPr id="1032" name="Rectángulo: esquinas redondeadas 1031">
                <a:extLst>
                  <a:ext uri="{FF2B5EF4-FFF2-40B4-BE49-F238E27FC236}">
                    <a16:creationId xmlns:a16="http://schemas.microsoft.com/office/drawing/2014/main" id="{44777234-0F0B-F512-CFC1-563456696FE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66610" y="4600536"/>
                <a:ext cx="720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Python</a:t>
                </a:r>
              </a:p>
            </p:txBody>
          </p:sp>
          <p:sp>
            <p:nvSpPr>
              <p:cNvPr id="1033" name="Rectángulo: esquinas redondeadas 1032">
                <a:extLst>
                  <a:ext uri="{FF2B5EF4-FFF2-40B4-BE49-F238E27FC236}">
                    <a16:creationId xmlns:a16="http://schemas.microsoft.com/office/drawing/2014/main" id="{E6E99DB9-31AE-8667-20B6-CC4CEDBB4E4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98515" y="4891919"/>
                <a:ext cx="864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Power</a:t>
                </a:r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BI</a:t>
                </a:r>
              </a:p>
            </p:txBody>
          </p:sp>
          <p:sp>
            <p:nvSpPr>
              <p:cNvPr id="1034" name="Rectángulo: esquinas redondeadas 1033">
                <a:extLst>
                  <a:ext uri="{FF2B5EF4-FFF2-40B4-BE49-F238E27FC236}">
                    <a16:creationId xmlns:a16="http://schemas.microsoft.com/office/drawing/2014/main" id="{9EFE8F52-A9DA-FA77-66D5-E307A52F404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3706" y="5182703"/>
                <a:ext cx="183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Visualizaciones de Datos</a:t>
                </a:r>
              </a:p>
            </p:txBody>
          </p:sp>
          <p:sp>
            <p:nvSpPr>
              <p:cNvPr id="1035" name="Rectángulo: esquinas redondeadas 1034">
                <a:extLst>
                  <a:ext uri="{FF2B5EF4-FFF2-40B4-BE49-F238E27FC236}">
                    <a16:creationId xmlns:a16="http://schemas.microsoft.com/office/drawing/2014/main" id="{53FBC1CF-11E0-9DC4-1911-5B993EA3765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891919"/>
                <a:ext cx="612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Excel</a:t>
                </a:r>
              </a:p>
            </p:txBody>
          </p:sp>
          <p:sp>
            <p:nvSpPr>
              <p:cNvPr id="1036" name="Rectángulo: esquinas redondeadas 1035">
                <a:extLst>
                  <a:ext uri="{FF2B5EF4-FFF2-40B4-BE49-F238E27FC236}">
                    <a16:creationId xmlns:a16="http://schemas.microsoft.com/office/drawing/2014/main" id="{3A18CDCE-FD64-47B2-0E7B-D5D5A273B8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51930" y="4600536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Databricks</a:t>
                </a:r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7" name="Rectángulo: esquinas redondeadas 1036">
                <a:extLst>
                  <a:ext uri="{FF2B5EF4-FFF2-40B4-BE49-F238E27FC236}">
                    <a16:creationId xmlns:a16="http://schemas.microsoft.com/office/drawing/2014/main" id="{076B71CD-943B-6D4C-416D-51C9E255D0B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23740" y="4891919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Git/GitHub</a:t>
                </a:r>
              </a:p>
            </p:txBody>
          </p:sp>
          <p:sp>
            <p:nvSpPr>
              <p:cNvPr id="1038" name="Rectángulo: esquinas redondeadas 1037">
                <a:extLst>
                  <a:ext uri="{FF2B5EF4-FFF2-40B4-BE49-F238E27FC236}">
                    <a16:creationId xmlns:a16="http://schemas.microsoft.com/office/drawing/2014/main" id="{956BA1CB-CEB7-39D3-9EE6-CFEE9623F8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231895" y="5182703"/>
                <a:ext cx="684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+10</a:t>
                </a:r>
              </a:p>
            </p:txBody>
          </p:sp>
        </p:grpSp>
      </p:grpSp>
      <p:grpSp>
        <p:nvGrpSpPr>
          <p:cNvPr id="1051" name="Grupo 1050">
            <a:extLst>
              <a:ext uri="{FF2B5EF4-FFF2-40B4-BE49-F238E27FC236}">
                <a16:creationId xmlns:a16="http://schemas.microsoft.com/office/drawing/2014/main" id="{D461CAEB-363C-AC00-3AA5-1B4286990326}"/>
              </a:ext>
            </a:extLst>
          </p:cNvPr>
          <p:cNvGrpSpPr/>
          <p:nvPr/>
        </p:nvGrpSpPr>
        <p:grpSpPr>
          <a:xfrm>
            <a:off x="1109032" y="3606786"/>
            <a:ext cx="2633856" cy="492443"/>
            <a:chOff x="8380319" y="3481249"/>
            <a:chExt cx="2633856" cy="492443"/>
          </a:xfrm>
        </p:grpSpPr>
        <p:pic>
          <p:nvPicPr>
            <p:cNvPr id="1052" name="Imagen 1051">
              <a:extLst>
                <a:ext uri="{FF2B5EF4-FFF2-40B4-BE49-F238E27FC236}">
                  <a16:creationId xmlns:a16="http://schemas.microsoft.com/office/drawing/2014/main" id="{19D81CDE-75A2-0D50-BAAD-D1BC9EE23C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80319" y="3481249"/>
              <a:ext cx="324000" cy="324000"/>
            </a:xfrm>
            <a:prstGeom prst="rect">
              <a:avLst/>
            </a:prstGeom>
          </p:spPr>
        </p:pic>
        <p:sp>
          <p:nvSpPr>
            <p:cNvPr id="1053" name="CuadroTexto 1052">
              <a:extLst>
                <a:ext uri="{FF2B5EF4-FFF2-40B4-BE49-F238E27FC236}">
                  <a16:creationId xmlns:a16="http://schemas.microsoft.com/office/drawing/2014/main" id="{BBD75CD9-FAD9-8437-1701-680BBAD64DF4}"/>
                </a:ext>
              </a:extLst>
            </p:cNvPr>
            <p:cNvSpPr txBox="1"/>
            <p:nvPr/>
          </p:nvSpPr>
          <p:spPr>
            <a:xfrm>
              <a:off x="8688065" y="3481249"/>
              <a:ext cx="232611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Formación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Análisis de datos</a:t>
              </a:r>
            </a:p>
          </p:txBody>
        </p:sp>
      </p:grpSp>
      <p:grpSp>
        <p:nvGrpSpPr>
          <p:cNvPr id="1054" name="Grupo 1053">
            <a:extLst>
              <a:ext uri="{FF2B5EF4-FFF2-40B4-BE49-F238E27FC236}">
                <a16:creationId xmlns:a16="http://schemas.microsoft.com/office/drawing/2014/main" id="{246532EE-E75C-A981-2661-E9C7C7A5A90E}"/>
              </a:ext>
            </a:extLst>
          </p:cNvPr>
          <p:cNvGrpSpPr/>
          <p:nvPr/>
        </p:nvGrpSpPr>
        <p:grpSpPr>
          <a:xfrm>
            <a:off x="1138528" y="4315323"/>
            <a:ext cx="2615986" cy="1171611"/>
            <a:chOff x="8323706" y="4201382"/>
            <a:chExt cx="2615986" cy="1171611"/>
          </a:xfrm>
        </p:grpSpPr>
        <p:grpSp>
          <p:nvGrpSpPr>
            <p:cNvPr id="1055" name="Grupo 1054">
              <a:extLst>
                <a:ext uri="{FF2B5EF4-FFF2-40B4-BE49-F238E27FC236}">
                  <a16:creationId xmlns:a16="http://schemas.microsoft.com/office/drawing/2014/main" id="{BF2815A8-BEB5-998A-9527-7A2E9C3D9392}"/>
                </a:ext>
              </a:extLst>
            </p:cNvPr>
            <p:cNvGrpSpPr/>
            <p:nvPr/>
          </p:nvGrpSpPr>
          <p:grpSpPr>
            <a:xfrm>
              <a:off x="8323706" y="4201382"/>
              <a:ext cx="2615986" cy="307777"/>
              <a:chOff x="8362478" y="4304822"/>
              <a:chExt cx="2615986" cy="307777"/>
            </a:xfrm>
          </p:grpSpPr>
          <p:pic>
            <p:nvPicPr>
              <p:cNvPr id="1065" name="Imagen 1064">
                <a:extLst>
                  <a:ext uri="{FF2B5EF4-FFF2-40B4-BE49-F238E27FC236}">
                    <a16:creationId xmlns:a16="http://schemas.microsoft.com/office/drawing/2014/main" id="{2F6C2C2D-E9A0-3016-D888-35B3F17219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362478" y="430482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066" name="CuadroTexto 1065">
                <a:extLst>
                  <a:ext uri="{FF2B5EF4-FFF2-40B4-BE49-F238E27FC236}">
                    <a16:creationId xmlns:a16="http://schemas.microsoft.com/office/drawing/2014/main" id="{3782801C-DFCD-7A16-11EF-EF8E0BBA2E4D}"/>
                  </a:ext>
                </a:extLst>
              </p:cNvPr>
              <p:cNvSpPr txBox="1"/>
              <p:nvPr/>
            </p:nvSpPr>
            <p:spPr>
              <a:xfrm>
                <a:off x="8652354" y="4304822"/>
                <a:ext cx="232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Habilidades</a:t>
                </a:r>
              </a:p>
            </p:txBody>
          </p:sp>
        </p:grpSp>
        <p:grpSp>
          <p:nvGrpSpPr>
            <p:cNvPr id="1056" name="Grupo 1055">
              <a:extLst>
                <a:ext uri="{FF2B5EF4-FFF2-40B4-BE49-F238E27FC236}">
                  <a16:creationId xmlns:a16="http://schemas.microsoft.com/office/drawing/2014/main" id="{E7246F08-718C-35AF-458D-67715F2C71D4}"/>
                </a:ext>
              </a:extLst>
            </p:cNvPr>
            <p:cNvGrpSpPr/>
            <p:nvPr/>
          </p:nvGrpSpPr>
          <p:grpSpPr>
            <a:xfrm>
              <a:off x="8323706" y="4538826"/>
              <a:ext cx="2364224" cy="834167"/>
              <a:chOff x="8323706" y="4600536"/>
              <a:chExt cx="2364224" cy="834167"/>
            </a:xfrm>
          </p:grpSpPr>
          <p:sp>
            <p:nvSpPr>
              <p:cNvPr id="1057" name="Rectángulo: esquinas redondeadas 1056">
                <a:extLst>
                  <a:ext uri="{FF2B5EF4-FFF2-40B4-BE49-F238E27FC236}">
                    <a16:creationId xmlns:a16="http://schemas.microsoft.com/office/drawing/2014/main" id="{39A565DA-297A-9B32-855E-3B1EE99CBFC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600536"/>
                <a:ext cx="57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8" name="Rectángulo: esquinas redondeadas 1057">
                <a:extLst>
                  <a:ext uri="{FF2B5EF4-FFF2-40B4-BE49-F238E27FC236}">
                    <a16:creationId xmlns:a16="http://schemas.microsoft.com/office/drawing/2014/main" id="{61BF9B93-9A53-B8D2-0CB1-28679B6955A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66610" y="4600536"/>
                <a:ext cx="72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9" name="Rectángulo: esquinas redondeadas 1058">
                <a:extLst>
                  <a:ext uri="{FF2B5EF4-FFF2-40B4-BE49-F238E27FC236}">
                    <a16:creationId xmlns:a16="http://schemas.microsoft.com/office/drawing/2014/main" id="{64B79057-A242-84FE-4A93-FBD69C0C217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98515" y="4891919"/>
                <a:ext cx="864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0" name="Rectángulo: esquinas redondeadas 1059">
                <a:extLst>
                  <a:ext uri="{FF2B5EF4-FFF2-40B4-BE49-F238E27FC236}">
                    <a16:creationId xmlns:a16="http://schemas.microsoft.com/office/drawing/2014/main" id="{DCA90629-E6B6-96C3-5185-EBD026963AB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3706" y="5182703"/>
                <a:ext cx="169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1" name="Rectángulo: esquinas redondeadas 1060">
                <a:extLst>
                  <a:ext uri="{FF2B5EF4-FFF2-40B4-BE49-F238E27FC236}">
                    <a16:creationId xmlns:a16="http://schemas.microsoft.com/office/drawing/2014/main" id="{888B6EF3-7E9F-39C6-0BC8-C8F51AF66CD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891919"/>
                <a:ext cx="61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2" name="Rectángulo: esquinas redondeadas 1061">
                <a:extLst>
                  <a:ext uri="{FF2B5EF4-FFF2-40B4-BE49-F238E27FC236}">
                    <a16:creationId xmlns:a16="http://schemas.microsoft.com/office/drawing/2014/main" id="{10F8A5DE-BEEB-5FB0-F5E6-B1299F78E06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51930" y="4600536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3" name="Rectángulo: esquinas redondeadas 1062">
                <a:extLst>
                  <a:ext uri="{FF2B5EF4-FFF2-40B4-BE49-F238E27FC236}">
                    <a16:creationId xmlns:a16="http://schemas.microsoft.com/office/drawing/2014/main" id="{D7F39685-85C6-C258-6C70-75380960D48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23740" y="4891919"/>
                <a:ext cx="468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4" name="Rectángulo: esquinas redondeadas 1063">
                <a:extLst>
                  <a:ext uri="{FF2B5EF4-FFF2-40B4-BE49-F238E27FC236}">
                    <a16:creationId xmlns:a16="http://schemas.microsoft.com/office/drawing/2014/main" id="{AD8FE3BF-2583-9262-F40F-79E751F5F3D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80826" y="5182703"/>
                <a:ext cx="54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83" name="Grupo 1082">
            <a:extLst>
              <a:ext uri="{FF2B5EF4-FFF2-40B4-BE49-F238E27FC236}">
                <a16:creationId xmlns:a16="http://schemas.microsoft.com/office/drawing/2014/main" id="{598AD130-AA3B-1A46-14C7-D66449919FC9}"/>
              </a:ext>
            </a:extLst>
          </p:cNvPr>
          <p:cNvGrpSpPr/>
          <p:nvPr/>
        </p:nvGrpSpPr>
        <p:grpSpPr>
          <a:xfrm>
            <a:off x="4667426" y="3641269"/>
            <a:ext cx="2633856" cy="492443"/>
            <a:chOff x="8380319" y="3481249"/>
            <a:chExt cx="2633856" cy="492443"/>
          </a:xfrm>
        </p:grpSpPr>
        <p:pic>
          <p:nvPicPr>
            <p:cNvPr id="1084" name="Imagen 1083">
              <a:extLst>
                <a:ext uri="{FF2B5EF4-FFF2-40B4-BE49-F238E27FC236}">
                  <a16:creationId xmlns:a16="http://schemas.microsoft.com/office/drawing/2014/main" id="{A318150D-C275-C5B9-1C50-FE83D728E5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80319" y="3481249"/>
              <a:ext cx="324000" cy="324000"/>
            </a:xfrm>
            <a:prstGeom prst="rect">
              <a:avLst/>
            </a:prstGeom>
          </p:spPr>
        </p:pic>
        <p:sp>
          <p:nvSpPr>
            <p:cNvPr id="1085" name="CuadroTexto 1084">
              <a:extLst>
                <a:ext uri="{FF2B5EF4-FFF2-40B4-BE49-F238E27FC236}">
                  <a16:creationId xmlns:a16="http://schemas.microsoft.com/office/drawing/2014/main" id="{A659D422-6FF5-7301-229F-36A8FC2BBDFA}"/>
                </a:ext>
              </a:extLst>
            </p:cNvPr>
            <p:cNvSpPr txBox="1"/>
            <p:nvPr/>
          </p:nvSpPr>
          <p:spPr>
            <a:xfrm>
              <a:off x="8688065" y="3481249"/>
              <a:ext cx="232611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Formación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Análisis de datos</a:t>
              </a:r>
            </a:p>
          </p:txBody>
        </p:sp>
      </p:grpSp>
      <p:grpSp>
        <p:nvGrpSpPr>
          <p:cNvPr id="1086" name="Grupo 1085">
            <a:extLst>
              <a:ext uri="{FF2B5EF4-FFF2-40B4-BE49-F238E27FC236}">
                <a16:creationId xmlns:a16="http://schemas.microsoft.com/office/drawing/2014/main" id="{90ADCE48-C7F5-F26B-77E4-9B997C08E817}"/>
              </a:ext>
            </a:extLst>
          </p:cNvPr>
          <p:cNvGrpSpPr/>
          <p:nvPr/>
        </p:nvGrpSpPr>
        <p:grpSpPr>
          <a:xfrm>
            <a:off x="4696922" y="4349806"/>
            <a:ext cx="2615986" cy="1171611"/>
            <a:chOff x="8323706" y="4201382"/>
            <a:chExt cx="2615986" cy="1171611"/>
          </a:xfrm>
        </p:grpSpPr>
        <p:grpSp>
          <p:nvGrpSpPr>
            <p:cNvPr id="1087" name="Grupo 1086">
              <a:extLst>
                <a:ext uri="{FF2B5EF4-FFF2-40B4-BE49-F238E27FC236}">
                  <a16:creationId xmlns:a16="http://schemas.microsoft.com/office/drawing/2014/main" id="{09384C2E-7DF6-F792-CA93-5EEFA3D36BCF}"/>
                </a:ext>
              </a:extLst>
            </p:cNvPr>
            <p:cNvGrpSpPr/>
            <p:nvPr/>
          </p:nvGrpSpPr>
          <p:grpSpPr>
            <a:xfrm>
              <a:off x="8323706" y="4201382"/>
              <a:ext cx="2615986" cy="307777"/>
              <a:chOff x="8362478" y="4304822"/>
              <a:chExt cx="2615986" cy="307777"/>
            </a:xfrm>
          </p:grpSpPr>
          <p:pic>
            <p:nvPicPr>
              <p:cNvPr id="1097" name="Imagen 1096">
                <a:extLst>
                  <a:ext uri="{FF2B5EF4-FFF2-40B4-BE49-F238E27FC236}">
                    <a16:creationId xmlns:a16="http://schemas.microsoft.com/office/drawing/2014/main" id="{DC163778-F3B0-BFE2-AD42-5722651488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362478" y="430482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098" name="CuadroTexto 1097">
                <a:extLst>
                  <a:ext uri="{FF2B5EF4-FFF2-40B4-BE49-F238E27FC236}">
                    <a16:creationId xmlns:a16="http://schemas.microsoft.com/office/drawing/2014/main" id="{5E3D3A65-D43F-B586-B306-C6A23AFA6EC3}"/>
                  </a:ext>
                </a:extLst>
              </p:cNvPr>
              <p:cNvSpPr txBox="1"/>
              <p:nvPr/>
            </p:nvSpPr>
            <p:spPr>
              <a:xfrm>
                <a:off x="8652354" y="4304822"/>
                <a:ext cx="232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Habilidades</a:t>
                </a:r>
              </a:p>
            </p:txBody>
          </p:sp>
        </p:grpSp>
        <p:grpSp>
          <p:nvGrpSpPr>
            <p:cNvPr id="1088" name="Grupo 1087">
              <a:extLst>
                <a:ext uri="{FF2B5EF4-FFF2-40B4-BE49-F238E27FC236}">
                  <a16:creationId xmlns:a16="http://schemas.microsoft.com/office/drawing/2014/main" id="{AE43BDBF-E15D-78FF-6B81-62B74BCEDF38}"/>
                </a:ext>
              </a:extLst>
            </p:cNvPr>
            <p:cNvGrpSpPr/>
            <p:nvPr/>
          </p:nvGrpSpPr>
          <p:grpSpPr>
            <a:xfrm>
              <a:off x="8323706" y="4538826"/>
              <a:ext cx="2364224" cy="834167"/>
              <a:chOff x="8323706" y="4600536"/>
              <a:chExt cx="2364224" cy="834167"/>
            </a:xfrm>
          </p:grpSpPr>
          <p:sp>
            <p:nvSpPr>
              <p:cNvPr id="1089" name="Rectángulo: esquinas redondeadas 1088">
                <a:extLst>
                  <a:ext uri="{FF2B5EF4-FFF2-40B4-BE49-F238E27FC236}">
                    <a16:creationId xmlns:a16="http://schemas.microsoft.com/office/drawing/2014/main" id="{E84A156A-A14D-64E1-5886-DDB84761098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600536"/>
                <a:ext cx="57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0" name="Rectángulo: esquinas redondeadas 1089">
                <a:extLst>
                  <a:ext uri="{FF2B5EF4-FFF2-40B4-BE49-F238E27FC236}">
                    <a16:creationId xmlns:a16="http://schemas.microsoft.com/office/drawing/2014/main" id="{680AE27C-C6C8-7C02-D673-EDEE4647EF8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66610" y="4600536"/>
                <a:ext cx="72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1" name="Rectángulo: esquinas redondeadas 1090">
                <a:extLst>
                  <a:ext uri="{FF2B5EF4-FFF2-40B4-BE49-F238E27FC236}">
                    <a16:creationId xmlns:a16="http://schemas.microsoft.com/office/drawing/2014/main" id="{9D971EA6-1A0E-DBC7-2C72-2DA58CFA725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98515" y="4891919"/>
                <a:ext cx="864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2" name="Rectángulo: esquinas redondeadas 1091">
                <a:extLst>
                  <a:ext uri="{FF2B5EF4-FFF2-40B4-BE49-F238E27FC236}">
                    <a16:creationId xmlns:a16="http://schemas.microsoft.com/office/drawing/2014/main" id="{247D23E1-653B-E852-C35B-72746D6302B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3706" y="5182703"/>
                <a:ext cx="169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3" name="Rectángulo: esquinas redondeadas 1092">
                <a:extLst>
                  <a:ext uri="{FF2B5EF4-FFF2-40B4-BE49-F238E27FC236}">
                    <a16:creationId xmlns:a16="http://schemas.microsoft.com/office/drawing/2014/main" id="{9A62AC9D-5E21-680E-8553-AAA2E54BB39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891919"/>
                <a:ext cx="61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4" name="Rectángulo: esquinas redondeadas 1093">
                <a:extLst>
                  <a:ext uri="{FF2B5EF4-FFF2-40B4-BE49-F238E27FC236}">
                    <a16:creationId xmlns:a16="http://schemas.microsoft.com/office/drawing/2014/main" id="{3C78D02D-E83B-EF92-6284-B09A0E3E46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51930" y="4600536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5" name="Rectángulo: esquinas redondeadas 1094">
                <a:extLst>
                  <a:ext uri="{FF2B5EF4-FFF2-40B4-BE49-F238E27FC236}">
                    <a16:creationId xmlns:a16="http://schemas.microsoft.com/office/drawing/2014/main" id="{EE55319E-77AD-F76C-1F1B-B9888E9246C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23740" y="4891919"/>
                <a:ext cx="468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6" name="Rectángulo: esquinas redondeadas 1095">
                <a:extLst>
                  <a:ext uri="{FF2B5EF4-FFF2-40B4-BE49-F238E27FC236}">
                    <a16:creationId xmlns:a16="http://schemas.microsoft.com/office/drawing/2014/main" id="{4A9740A1-3DC0-5129-4AE3-8AF892D11D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80826" y="5182703"/>
                <a:ext cx="54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2356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119FC-9D22-DCD7-09DE-111A64343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604F5F-7204-8484-F733-26BCFF1843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3852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85934-EC44-5A8B-5995-B83DE9A7A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DF35F32-25DE-AFD1-308B-4A23176B8D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C0D77C17-CA34-48B5-1559-FF3B9007FECA}"/>
              </a:ext>
            </a:extLst>
          </p:cNvPr>
          <p:cNvSpPr/>
          <p:nvPr/>
        </p:nvSpPr>
        <p:spPr>
          <a:xfrm>
            <a:off x="900880" y="1205529"/>
            <a:ext cx="3240000" cy="4818225"/>
          </a:xfrm>
          <a:prstGeom prst="roundRect">
            <a:avLst>
              <a:gd name="adj" fmla="val 11205"/>
            </a:avLst>
          </a:prstGeom>
          <a:gradFill>
            <a:gsLst>
              <a:gs pos="0">
                <a:schemeClr val="tx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3300000" scaled="0"/>
          </a:gra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D9FAAB1F-0322-CAB9-8A84-2216C2D8BB19}"/>
              </a:ext>
            </a:extLst>
          </p:cNvPr>
          <p:cNvSpPr>
            <a:spLocks noChangeAspect="1"/>
          </p:cNvSpPr>
          <p:nvPr/>
        </p:nvSpPr>
        <p:spPr>
          <a:xfrm>
            <a:off x="1620880" y="756660"/>
            <a:ext cx="1800000" cy="180000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1A32C621-4252-BF0D-8B8F-D2AF977830C1}"/>
              </a:ext>
            </a:extLst>
          </p:cNvPr>
          <p:cNvGrpSpPr/>
          <p:nvPr/>
        </p:nvGrpSpPr>
        <p:grpSpPr>
          <a:xfrm>
            <a:off x="1138528" y="728424"/>
            <a:ext cx="720000" cy="720000"/>
            <a:chOff x="1187806" y="681900"/>
            <a:chExt cx="720000" cy="720000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3111E86B-3CDF-C17D-A92A-9FB6E996A6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87806" y="681900"/>
              <a:ext cx="720000" cy="7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B0F0"/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</a:gra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6B16B98C-D526-9E73-A4B0-61E04C195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95806" y="789900"/>
              <a:ext cx="504000" cy="504000"/>
            </a:xfrm>
            <a:prstGeom prst="rect">
              <a:avLst/>
            </a:prstGeom>
          </p:spPr>
        </p:pic>
      </p:grp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9AD0400-BF92-1E40-A9E1-115E0C7C03E0}"/>
              </a:ext>
            </a:extLst>
          </p:cNvPr>
          <p:cNvSpPr/>
          <p:nvPr/>
        </p:nvSpPr>
        <p:spPr>
          <a:xfrm>
            <a:off x="4476000" y="1205529"/>
            <a:ext cx="3240000" cy="4818225"/>
          </a:xfrm>
          <a:prstGeom prst="roundRect">
            <a:avLst>
              <a:gd name="adj" fmla="val 12570"/>
            </a:avLst>
          </a:prstGeom>
          <a:gradFill>
            <a:gsLst>
              <a:gs pos="0">
                <a:schemeClr val="tx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3300000" scaled="0"/>
          </a:gra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2ADD0DCE-A1EF-8EF1-AAAC-7769AB180110}"/>
              </a:ext>
            </a:extLst>
          </p:cNvPr>
          <p:cNvSpPr>
            <a:spLocks noChangeAspect="1"/>
          </p:cNvSpPr>
          <p:nvPr/>
        </p:nvSpPr>
        <p:spPr>
          <a:xfrm>
            <a:off x="5196782" y="756660"/>
            <a:ext cx="1800000" cy="1800000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</a:schemeClr>
          </a:solidFill>
          <a:ln w="127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213B7B5C-C079-B355-43B8-65FBC130837F}"/>
              </a:ext>
            </a:extLst>
          </p:cNvPr>
          <p:cNvGrpSpPr/>
          <p:nvPr/>
        </p:nvGrpSpPr>
        <p:grpSpPr>
          <a:xfrm>
            <a:off x="4711175" y="728424"/>
            <a:ext cx="720000" cy="720000"/>
            <a:chOff x="4711406" y="640915"/>
            <a:chExt cx="720000" cy="720000"/>
          </a:xfrm>
        </p:grpSpPr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8BC5A46D-CE10-F571-B1A4-D65430CBAD1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711406" y="640915"/>
              <a:ext cx="720000" cy="7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7030A0"/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</a:gra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pic>
          <p:nvPicPr>
            <p:cNvPr id="50" name="Imagen 49">
              <a:extLst>
                <a:ext uri="{FF2B5EF4-FFF2-40B4-BE49-F238E27FC236}">
                  <a16:creationId xmlns:a16="http://schemas.microsoft.com/office/drawing/2014/main" id="{C45A5415-DC69-DD47-4DCE-458A32901E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19406" y="748915"/>
              <a:ext cx="504000" cy="504000"/>
            </a:xfrm>
            <a:prstGeom prst="rect">
              <a:avLst/>
            </a:prstGeom>
          </p:spPr>
        </p:pic>
      </p:grp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CCE53D5-6F4F-9AAD-46FE-2AAA3E51EF06}"/>
              </a:ext>
            </a:extLst>
          </p:cNvPr>
          <p:cNvSpPr/>
          <p:nvPr/>
        </p:nvSpPr>
        <p:spPr>
          <a:xfrm>
            <a:off x="8103105" y="1205529"/>
            <a:ext cx="3240000" cy="4847721"/>
          </a:xfrm>
          <a:prstGeom prst="roundRect">
            <a:avLst>
              <a:gd name="adj" fmla="val 11205"/>
            </a:avLst>
          </a:prstGeom>
          <a:gradFill>
            <a:gsLst>
              <a:gs pos="0">
                <a:schemeClr val="tx1"/>
              </a:gs>
              <a:gs pos="100000">
                <a:schemeClr val="bg2">
                  <a:lumMod val="20000"/>
                  <a:lumOff val="80000"/>
                </a:schemeClr>
              </a:gs>
            </a:gsLst>
            <a:lin ang="3300000" scaled="0"/>
          </a:grad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FBEED55-5865-638C-1C83-FE67F4D49EC8}"/>
              </a:ext>
            </a:extLst>
          </p:cNvPr>
          <p:cNvSpPr>
            <a:spLocks noChangeAspect="1"/>
          </p:cNvSpPr>
          <p:nvPr/>
        </p:nvSpPr>
        <p:spPr>
          <a:xfrm>
            <a:off x="8823105" y="756660"/>
            <a:ext cx="1800000" cy="1800000"/>
          </a:xfrm>
          <a:prstGeom prst="roundRect">
            <a:avLst>
              <a:gd name="adj" fmla="val 50000"/>
            </a:avLst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1350"/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AF14E62E-9526-89E6-AAA9-DE33F4F64B99}"/>
              </a:ext>
            </a:extLst>
          </p:cNvPr>
          <p:cNvGrpSpPr/>
          <p:nvPr/>
        </p:nvGrpSpPr>
        <p:grpSpPr>
          <a:xfrm>
            <a:off x="8328065" y="728424"/>
            <a:ext cx="720000" cy="720000"/>
            <a:chOff x="8345684" y="667152"/>
            <a:chExt cx="720000" cy="720000"/>
          </a:xfrm>
        </p:grpSpPr>
        <p:sp>
          <p:nvSpPr>
            <p:cNvPr id="20" name="Rectángulo: esquinas redondeadas 19">
              <a:extLst>
                <a:ext uri="{FF2B5EF4-FFF2-40B4-BE49-F238E27FC236}">
                  <a16:creationId xmlns:a16="http://schemas.microsoft.com/office/drawing/2014/main" id="{214372F0-921E-91DD-21E8-9D9E729E64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345684" y="667152"/>
              <a:ext cx="720000" cy="720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2700000" scaled="1"/>
            </a:gra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sz="1350"/>
            </a:p>
          </p:txBody>
        </p:sp>
        <p:pic>
          <p:nvPicPr>
            <p:cNvPr id="48" name="Imagen 47">
              <a:extLst>
                <a:ext uri="{FF2B5EF4-FFF2-40B4-BE49-F238E27FC236}">
                  <a16:creationId xmlns:a16="http://schemas.microsoft.com/office/drawing/2014/main" id="{19E21E76-E237-F763-38DF-63F97E095CA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artisticPhotocopy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435684" y="757152"/>
              <a:ext cx="540000" cy="54000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46B3A9B-7A36-60D7-DA84-9ECA4F5D6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8685" y="24886"/>
            <a:ext cx="6534630" cy="605606"/>
          </a:xfrm>
        </p:spPr>
        <p:txBody>
          <a:bodyPr>
            <a:normAutofit/>
          </a:bodyPr>
          <a:lstStyle/>
          <a:p>
            <a:pPr algn="ctr"/>
            <a:r>
              <a:rPr lang="es-CO" dirty="0">
                <a:latin typeface="Arial Black" panose="020B0A04020102020204" pitchFamily="34" charset="0"/>
              </a:rPr>
              <a:t>EQUIPO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CC9E2A6-17AC-FE17-31F6-B51EEBC69D2A}"/>
              </a:ext>
            </a:extLst>
          </p:cNvPr>
          <p:cNvSpPr txBox="1"/>
          <p:nvPr/>
        </p:nvSpPr>
        <p:spPr>
          <a:xfrm>
            <a:off x="8319105" y="2652906"/>
            <a:ext cx="280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 Black" panose="020B0A04020102020204" pitchFamily="34" charset="0"/>
              </a:rPr>
              <a:t>JOSÉ BENILDO OBREGÓN VALLECILLA</a:t>
            </a:r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BAA503C7-A43B-2BAE-F2C1-9C48CB127E75}"/>
              </a:ext>
            </a:extLst>
          </p:cNvPr>
          <p:cNvSpPr>
            <a:spLocks/>
          </p:cNvSpPr>
          <p:nvPr/>
        </p:nvSpPr>
        <p:spPr>
          <a:xfrm>
            <a:off x="8823105" y="3270675"/>
            <a:ext cx="1800000" cy="2880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bg2">
                  <a:lumMod val="75000"/>
                </a:schemeClr>
              </a:gs>
            </a:gsLst>
            <a:lin ang="2700000" scaled="1"/>
            <a:tileRect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DATOS</a:t>
            </a:r>
          </a:p>
        </p:txBody>
      </p:sp>
      <p:grpSp>
        <p:nvGrpSpPr>
          <p:cNvPr id="26" name="Grupo 25">
            <a:extLst>
              <a:ext uri="{FF2B5EF4-FFF2-40B4-BE49-F238E27FC236}">
                <a16:creationId xmlns:a16="http://schemas.microsoft.com/office/drawing/2014/main" id="{A4D24065-F1E0-E20D-C3DE-19A924AE013D}"/>
              </a:ext>
            </a:extLst>
          </p:cNvPr>
          <p:cNvGrpSpPr/>
          <p:nvPr/>
        </p:nvGrpSpPr>
        <p:grpSpPr>
          <a:xfrm>
            <a:off x="8215114" y="5581482"/>
            <a:ext cx="3015982" cy="396000"/>
            <a:chOff x="7935666" y="5604139"/>
            <a:chExt cx="3015982" cy="396000"/>
          </a:xfrm>
        </p:grpSpPr>
        <p:pic>
          <p:nvPicPr>
            <p:cNvPr id="1030" name="Picture 6" descr="linkedin logo png, linkedin logo transparente png, linkedin icono  transparente gratis png 23986574 PNG">
              <a:extLst>
                <a:ext uri="{FF2B5EF4-FFF2-40B4-BE49-F238E27FC236}">
                  <a16:creationId xmlns:a16="http://schemas.microsoft.com/office/drawing/2014/main" id="{27CDFD34-08F2-8555-85BC-DBAFD368274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935666" y="5604139"/>
              <a:ext cx="396000" cy="3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uadroTexto 24">
              <a:hlinkClick r:id="rId11"/>
              <a:extLst>
                <a:ext uri="{FF2B5EF4-FFF2-40B4-BE49-F238E27FC236}">
                  <a16:creationId xmlns:a16="http://schemas.microsoft.com/office/drawing/2014/main" id="{A807F282-DB7D-E459-1833-9B06EAB9A73B}"/>
                </a:ext>
              </a:extLst>
            </p:cNvPr>
            <p:cNvSpPr txBox="1"/>
            <p:nvPr/>
          </p:nvSpPr>
          <p:spPr>
            <a:xfrm>
              <a:off x="8215648" y="5671334"/>
              <a:ext cx="27360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https://www.linkedin.com/in/obregon-jose</a:t>
              </a:r>
            </a:p>
          </p:txBody>
        </p:sp>
      </p:grp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4230542-259B-58D9-733E-3EBA1D84AF7F}"/>
              </a:ext>
            </a:extLst>
          </p:cNvPr>
          <p:cNvSpPr txBox="1"/>
          <p:nvPr/>
        </p:nvSpPr>
        <p:spPr>
          <a:xfrm>
            <a:off x="4752945" y="2652906"/>
            <a:ext cx="2686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 Black" panose="020B0A04020102020204" pitchFamily="34" charset="0"/>
              </a:rPr>
              <a:t>LISETH ZAPATA MANZO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19E62EB4-9060-6042-9D46-32E8C7E72F5F}"/>
              </a:ext>
            </a:extLst>
          </p:cNvPr>
          <p:cNvSpPr>
            <a:spLocks/>
          </p:cNvSpPr>
          <p:nvPr/>
        </p:nvSpPr>
        <p:spPr>
          <a:xfrm>
            <a:off x="5196000" y="3270675"/>
            <a:ext cx="1800000" cy="28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7030A0"/>
              </a:gs>
              <a:gs pos="100000">
                <a:schemeClr val="bg2">
                  <a:lumMod val="75000"/>
                </a:schemeClr>
              </a:gs>
            </a:gsLst>
            <a:lin ang="2700000" scaled="1"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DATOS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3E40C8CA-7AEB-D010-6CC2-EE8E2457DD98}"/>
              </a:ext>
            </a:extLst>
          </p:cNvPr>
          <p:cNvGrpSpPr/>
          <p:nvPr/>
        </p:nvGrpSpPr>
        <p:grpSpPr>
          <a:xfrm>
            <a:off x="4562132" y="5579597"/>
            <a:ext cx="3067736" cy="396000"/>
            <a:chOff x="7935666" y="5604139"/>
            <a:chExt cx="3067736" cy="396000"/>
          </a:xfrm>
        </p:grpSpPr>
        <p:pic>
          <p:nvPicPr>
            <p:cNvPr id="30" name="Picture 6" descr="linkedin logo png, linkedin logo transparente png, linkedin icono  transparente gratis png 23986574 PNG">
              <a:extLst>
                <a:ext uri="{FF2B5EF4-FFF2-40B4-BE49-F238E27FC236}">
                  <a16:creationId xmlns:a16="http://schemas.microsoft.com/office/drawing/2014/main" id="{CC1C28CC-1878-AF1B-4D99-AC1333E620A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935666" y="5604139"/>
              <a:ext cx="396000" cy="3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97559F3-4486-2539-A468-CA7CE7442412}"/>
                </a:ext>
              </a:extLst>
            </p:cNvPr>
            <p:cNvSpPr txBox="1"/>
            <p:nvPr/>
          </p:nvSpPr>
          <p:spPr>
            <a:xfrm>
              <a:off x="8215648" y="5671334"/>
              <a:ext cx="27877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https://www.linkedin.com/in/</a:t>
              </a:r>
            </a:p>
          </p:txBody>
        </p:sp>
      </p:grp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4F43B90-CD4D-D6A6-FC28-5993636E62F5}"/>
              </a:ext>
            </a:extLst>
          </p:cNvPr>
          <p:cNvSpPr txBox="1"/>
          <p:nvPr/>
        </p:nvSpPr>
        <p:spPr>
          <a:xfrm>
            <a:off x="1182772" y="2652906"/>
            <a:ext cx="26861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solidFill>
                  <a:schemeClr val="bg1"/>
                </a:solidFill>
                <a:latin typeface="Arial Black" panose="020B0A04020102020204" pitchFamily="34" charset="0"/>
              </a:rPr>
              <a:t>JUAN DAVID PELAEZ VILLA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0F1F5BE0-2FE7-8CAE-8210-28FB90983D78}"/>
              </a:ext>
            </a:extLst>
          </p:cNvPr>
          <p:cNvSpPr>
            <a:spLocks/>
          </p:cNvSpPr>
          <p:nvPr/>
        </p:nvSpPr>
        <p:spPr>
          <a:xfrm>
            <a:off x="1548880" y="3273299"/>
            <a:ext cx="1800000" cy="288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0B0F0"/>
              </a:gs>
              <a:gs pos="100000">
                <a:schemeClr val="bg2">
                  <a:lumMod val="75000"/>
                </a:schemeClr>
              </a:gs>
            </a:gsLst>
            <a:lin ang="2700000" scaled="1"/>
          </a:gra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sz="1200" dirty="0">
                <a:latin typeface="Arial" panose="020B0604020202020204" pitchFamily="34" charset="0"/>
                <a:cs typeface="Arial" panose="020B0604020202020204" pitchFamily="34" charset="0"/>
              </a:rPr>
              <a:t>ANALISTA DE DATOS</a:t>
            </a:r>
          </a:p>
        </p:txBody>
      </p:sp>
      <p:grpSp>
        <p:nvGrpSpPr>
          <p:cNvPr id="34" name="Grupo 33">
            <a:extLst>
              <a:ext uri="{FF2B5EF4-FFF2-40B4-BE49-F238E27FC236}">
                <a16:creationId xmlns:a16="http://schemas.microsoft.com/office/drawing/2014/main" id="{861B1DEB-CEB7-2968-7C39-350E0AFBA581}"/>
              </a:ext>
            </a:extLst>
          </p:cNvPr>
          <p:cNvGrpSpPr/>
          <p:nvPr/>
        </p:nvGrpSpPr>
        <p:grpSpPr>
          <a:xfrm>
            <a:off x="991959" y="5579597"/>
            <a:ext cx="3067736" cy="396000"/>
            <a:chOff x="7935666" y="5604139"/>
            <a:chExt cx="3067736" cy="396000"/>
          </a:xfrm>
        </p:grpSpPr>
        <p:pic>
          <p:nvPicPr>
            <p:cNvPr id="35" name="Picture 6" descr="linkedin logo png, linkedin logo transparente png, linkedin icono  transparente gratis png 23986574 PNG">
              <a:extLst>
                <a:ext uri="{FF2B5EF4-FFF2-40B4-BE49-F238E27FC236}">
                  <a16:creationId xmlns:a16="http://schemas.microsoft.com/office/drawing/2014/main" id="{C661C6C2-D724-2376-7EC8-04745CDF4C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000"/>
            <a:stretch>
              <a:fillRect/>
            </a:stretch>
          </p:blipFill>
          <p:spPr bwMode="auto">
            <a:xfrm>
              <a:off x="7935666" y="5604139"/>
              <a:ext cx="396000" cy="39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3E70E56C-A4F6-8974-B6E6-35FA8F995255}"/>
                </a:ext>
              </a:extLst>
            </p:cNvPr>
            <p:cNvSpPr txBox="1"/>
            <p:nvPr/>
          </p:nvSpPr>
          <p:spPr>
            <a:xfrm>
              <a:off x="8215648" y="5671334"/>
              <a:ext cx="2787754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https://www.linkedin.com/in/</a:t>
              </a: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B3E403C9-76AE-B1C8-3DEE-8CE552C0E0A1}"/>
              </a:ext>
            </a:extLst>
          </p:cNvPr>
          <p:cNvGrpSpPr/>
          <p:nvPr/>
        </p:nvGrpSpPr>
        <p:grpSpPr>
          <a:xfrm>
            <a:off x="8323706" y="3640325"/>
            <a:ext cx="2633856" cy="677108"/>
            <a:chOff x="8380319" y="3481249"/>
            <a:chExt cx="2633856" cy="677108"/>
          </a:xfrm>
        </p:grpSpPr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8E5C0B66-1292-92D2-B4BF-90EF987DA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80319" y="3481249"/>
              <a:ext cx="324000" cy="324000"/>
            </a:xfrm>
            <a:prstGeom prst="rect">
              <a:avLst/>
            </a:prstGeom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F8EC2C59-8867-1086-7C40-1740824CED70}"/>
                </a:ext>
              </a:extLst>
            </p:cNvPr>
            <p:cNvSpPr txBox="1"/>
            <p:nvPr/>
          </p:nvSpPr>
          <p:spPr>
            <a:xfrm>
              <a:off x="8688065" y="3481249"/>
              <a:ext cx="2326110" cy="6771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Formación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Análisis de datos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Desarrollo de software</a:t>
              </a:r>
            </a:p>
          </p:txBody>
        </p:sp>
      </p:grpSp>
      <p:grpSp>
        <p:nvGrpSpPr>
          <p:cNvPr id="1050" name="Grupo 1049">
            <a:extLst>
              <a:ext uri="{FF2B5EF4-FFF2-40B4-BE49-F238E27FC236}">
                <a16:creationId xmlns:a16="http://schemas.microsoft.com/office/drawing/2014/main" id="{46499981-3819-9EA5-FB7D-088796F6E07C}"/>
              </a:ext>
            </a:extLst>
          </p:cNvPr>
          <p:cNvGrpSpPr/>
          <p:nvPr/>
        </p:nvGrpSpPr>
        <p:grpSpPr>
          <a:xfrm>
            <a:off x="8323706" y="4348862"/>
            <a:ext cx="2615986" cy="1171611"/>
            <a:chOff x="8323706" y="4201382"/>
            <a:chExt cx="2615986" cy="1171611"/>
          </a:xfrm>
        </p:grpSpPr>
        <p:grpSp>
          <p:nvGrpSpPr>
            <p:cNvPr id="1028" name="Grupo 1027">
              <a:extLst>
                <a:ext uri="{FF2B5EF4-FFF2-40B4-BE49-F238E27FC236}">
                  <a16:creationId xmlns:a16="http://schemas.microsoft.com/office/drawing/2014/main" id="{6DFD3C64-BA2D-4E44-4D68-D0FEBF2AE051}"/>
                </a:ext>
              </a:extLst>
            </p:cNvPr>
            <p:cNvGrpSpPr/>
            <p:nvPr/>
          </p:nvGrpSpPr>
          <p:grpSpPr>
            <a:xfrm>
              <a:off x="8323706" y="4201382"/>
              <a:ext cx="2615986" cy="307777"/>
              <a:chOff x="8362478" y="4304822"/>
              <a:chExt cx="2615986" cy="307777"/>
            </a:xfrm>
          </p:grpSpPr>
          <p:pic>
            <p:nvPicPr>
              <p:cNvPr id="1026" name="Imagen 1025">
                <a:extLst>
                  <a:ext uri="{FF2B5EF4-FFF2-40B4-BE49-F238E27FC236}">
                    <a16:creationId xmlns:a16="http://schemas.microsoft.com/office/drawing/2014/main" id="{C0DDA0B9-A706-0586-E3BB-E59B12AD7F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362478" y="430482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027" name="CuadroTexto 1026">
                <a:extLst>
                  <a:ext uri="{FF2B5EF4-FFF2-40B4-BE49-F238E27FC236}">
                    <a16:creationId xmlns:a16="http://schemas.microsoft.com/office/drawing/2014/main" id="{FF7949B5-A043-060E-015B-24773BEF7FEF}"/>
                  </a:ext>
                </a:extLst>
              </p:cNvPr>
              <p:cNvSpPr txBox="1"/>
              <p:nvPr/>
            </p:nvSpPr>
            <p:spPr>
              <a:xfrm>
                <a:off x="8652354" y="4304822"/>
                <a:ext cx="232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Habilidades</a:t>
                </a:r>
              </a:p>
            </p:txBody>
          </p:sp>
        </p:grpSp>
        <p:grpSp>
          <p:nvGrpSpPr>
            <p:cNvPr id="1049" name="Grupo 1048">
              <a:extLst>
                <a:ext uri="{FF2B5EF4-FFF2-40B4-BE49-F238E27FC236}">
                  <a16:creationId xmlns:a16="http://schemas.microsoft.com/office/drawing/2014/main" id="{CF015866-4F34-444C-B4D8-16E8AC0C8C7C}"/>
                </a:ext>
              </a:extLst>
            </p:cNvPr>
            <p:cNvGrpSpPr/>
            <p:nvPr/>
          </p:nvGrpSpPr>
          <p:grpSpPr>
            <a:xfrm>
              <a:off x="8323706" y="4538826"/>
              <a:ext cx="2592189" cy="834167"/>
              <a:chOff x="8323706" y="4600536"/>
              <a:chExt cx="2592189" cy="834167"/>
            </a:xfrm>
          </p:grpSpPr>
          <p:sp>
            <p:nvSpPr>
              <p:cNvPr id="1029" name="Rectángulo: esquinas redondeadas 1028">
                <a:extLst>
                  <a:ext uri="{FF2B5EF4-FFF2-40B4-BE49-F238E27FC236}">
                    <a16:creationId xmlns:a16="http://schemas.microsoft.com/office/drawing/2014/main" id="{B99622D4-DE71-E3EC-FE7B-F0A1F737383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600536"/>
                <a:ext cx="57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SQL</a:t>
                </a:r>
              </a:p>
            </p:txBody>
          </p:sp>
          <p:sp>
            <p:nvSpPr>
              <p:cNvPr id="1032" name="Rectángulo: esquinas redondeadas 1031">
                <a:extLst>
                  <a:ext uri="{FF2B5EF4-FFF2-40B4-BE49-F238E27FC236}">
                    <a16:creationId xmlns:a16="http://schemas.microsoft.com/office/drawing/2014/main" id="{DB280235-789B-964F-9247-08FD91023AF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66610" y="4600536"/>
                <a:ext cx="720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Python</a:t>
                </a:r>
              </a:p>
            </p:txBody>
          </p:sp>
          <p:sp>
            <p:nvSpPr>
              <p:cNvPr id="1033" name="Rectángulo: esquinas redondeadas 1032">
                <a:extLst>
                  <a:ext uri="{FF2B5EF4-FFF2-40B4-BE49-F238E27FC236}">
                    <a16:creationId xmlns:a16="http://schemas.microsoft.com/office/drawing/2014/main" id="{ED570DA0-DB03-C79C-DE90-97FD84B6BB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98515" y="4891919"/>
                <a:ext cx="864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Power</a:t>
                </a:r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BI</a:t>
                </a:r>
              </a:p>
            </p:txBody>
          </p:sp>
          <p:sp>
            <p:nvSpPr>
              <p:cNvPr id="1034" name="Rectángulo: esquinas redondeadas 1033">
                <a:extLst>
                  <a:ext uri="{FF2B5EF4-FFF2-40B4-BE49-F238E27FC236}">
                    <a16:creationId xmlns:a16="http://schemas.microsoft.com/office/drawing/2014/main" id="{34892FEB-716C-324A-45EA-D5E34CEC58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3706" y="5182703"/>
                <a:ext cx="183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Visualizaciones de Datos</a:t>
                </a:r>
              </a:p>
            </p:txBody>
          </p:sp>
          <p:sp>
            <p:nvSpPr>
              <p:cNvPr id="1035" name="Rectángulo: esquinas redondeadas 1034">
                <a:extLst>
                  <a:ext uri="{FF2B5EF4-FFF2-40B4-BE49-F238E27FC236}">
                    <a16:creationId xmlns:a16="http://schemas.microsoft.com/office/drawing/2014/main" id="{1FED9110-FBBE-5FCC-1820-0A4034878E2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891919"/>
                <a:ext cx="612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Excel</a:t>
                </a:r>
              </a:p>
            </p:txBody>
          </p:sp>
          <p:sp>
            <p:nvSpPr>
              <p:cNvPr id="1036" name="Rectángulo: esquinas redondeadas 1035">
                <a:extLst>
                  <a:ext uri="{FF2B5EF4-FFF2-40B4-BE49-F238E27FC236}">
                    <a16:creationId xmlns:a16="http://schemas.microsoft.com/office/drawing/2014/main" id="{602DD7B5-BDC2-2C69-937A-C182C7A1E9F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51930" y="4600536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 err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Databricks</a:t>
                </a:r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7" name="Rectángulo: esquinas redondeadas 1036">
                <a:extLst>
                  <a:ext uri="{FF2B5EF4-FFF2-40B4-BE49-F238E27FC236}">
                    <a16:creationId xmlns:a16="http://schemas.microsoft.com/office/drawing/2014/main" id="{DA403773-4CBA-A874-8BA0-2F7927B79FE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23740" y="4891919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Git/GitHub</a:t>
                </a:r>
              </a:p>
            </p:txBody>
          </p:sp>
          <p:sp>
            <p:nvSpPr>
              <p:cNvPr id="1038" name="Rectángulo: esquinas redondeadas 1037">
                <a:extLst>
                  <a:ext uri="{FF2B5EF4-FFF2-40B4-BE49-F238E27FC236}">
                    <a16:creationId xmlns:a16="http://schemas.microsoft.com/office/drawing/2014/main" id="{E3A5F380-F3F5-ACA3-04DB-9C7DCFF1479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231895" y="5182703"/>
                <a:ext cx="684000" cy="252000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60000"/>
                  <a:lumOff val="40000"/>
                  <a:alpha val="1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CO" sz="1100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+10</a:t>
                </a:r>
              </a:p>
            </p:txBody>
          </p:sp>
        </p:grpSp>
      </p:grpSp>
      <p:grpSp>
        <p:nvGrpSpPr>
          <p:cNvPr id="1051" name="Grupo 1050">
            <a:extLst>
              <a:ext uri="{FF2B5EF4-FFF2-40B4-BE49-F238E27FC236}">
                <a16:creationId xmlns:a16="http://schemas.microsoft.com/office/drawing/2014/main" id="{6612E8A5-A70F-9D6E-BE1E-DD4EA8EE6CD5}"/>
              </a:ext>
            </a:extLst>
          </p:cNvPr>
          <p:cNvGrpSpPr/>
          <p:nvPr/>
        </p:nvGrpSpPr>
        <p:grpSpPr>
          <a:xfrm>
            <a:off x="1138528" y="3606786"/>
            <a:ext cx="2633856" cy="492443"/>
            <a:chOff x="8380319" y="3481249"/>
            <a:chExt cx="2633856" cy="492443"/>
          </a:xfrm>
        </p:grpSpPr>
        <p:pic>
          <p:nvPicPr>
            <p:cNvPr id="1052" name="Imagen 1051">
              <a:extLst>
                <a:ext uri="{FF2B5EF4-FFF2-40B4-BE49-F238E27FC236}">
                  <a16:creationId xmlns:a16="http://schemas.microsoft.com/office/drawing/2014/main" id="{528C6B9A-B56D-3B17-E976-2D72B65E2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80319" y="3481249"/>
              <a:ext cx="324000" cy="324000"/>
            </a:xfrm>
            <a:prstGeom prst="rect">
              <a:avLst/>
            </a:prstGeom>
          </p:spPr>
        </p:pic>
        <p:sp>
          <p:nvSpPr>
            <p:cNvPr id="1053" name="CuadroTexto 1052">
              <a:extLst>
                <a:ext uri="{FF2B5EF4-FFF2-40B4-BE49-F238E27FC236}">
                  <a16:creationId xmlns:a16="http://schemas.microsoft.com/office/drawing/2014/main" id="{1BE856D2-89B1-701B-4B11-240DA2B8CC5E}"/>
                </a:ext>
              </a:extLst>
            </p:cNvPr>
            <p:cNvSpPr txBox="1"/>
            <p:nvPr/>
          </p:nvSpPr>
          <p:spPr>
            <a:xfrm>
              <a:off x="8688065" y="3481249"/>
              <a:ext cx="232611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Formación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Análisis de datos</a:t>
              </a:r>
            </a:p>
          </p:txBody>
        </p:sp>
      </p:grpSp>
      <p:grpSp>
        <p:nvGrpSpPr>
          <p:cNvPr id="1054" name="Grupo 1053">
            <a:extLst>
              <a:ext uri="{FF2B5EF4-FFF2-40B4-BE49-F238E27FC236}">
                <a16:creationId xmlns:a16="http://schemas.microsoft.com/office/drawing/2014/main" id="{22B4537F-3B48-A299-89EC-ACFD0DA45F92}"/>
              </a:ext>
            </a:extLst>
          </p:cNvPr>
          <p:cNvGrpSpPr/>
          <p:nvPr/>
        </p:nvGrpSpPr>
        <p:grpSpPr>
          <a:xfrm>
            <a:off x="1138528" y="4315323"/>
            <a:ext cx="2615986" cy="1171611"/>
            <a:chOff x="8323706" y="4201382"/>
            <a:chExt cx="2615986" cy="1171611"/>
          </a:xfrm>
        </p:grpSpPr>
        <p:grpSp>
          <p:nvGrpSpPr>
            <p:cNvPr id="1055" name="Grupo 1054">
              <a:extLst>
                <a:ext uri="{FF2B5EF4-FFF2-40B4-BE49-F238E27FC236}">
                  <a16:creationId xmlns:a16="http://schemas.microsoft.com/office/drawing/2014/main" id="{29CB618A-310B-4CF4-0481-AAD045175BE7}"/>
                </a:ext>
              </a:extLst>
            </p:cNvPr>
            <p:cNvGrpSpPr/>
            <p:nvPr/>
          </p:nvGrpSpPr>
          <p:grpSpPr>
            <a:xfrm>
              <a:off x="8323706" y="4201382"/>
              <a:ext cx="2615986" cy="307777"/>
              <a:chOff x="8362478" y="4304822"/>
              <a:chExt cx="2615986" cy="307777"/>
            </a:xfrm>
          </p:grpSpPr>
          <p:pic>
            <p:nvPicPr>
              <p:cNvPr id="1065" name="Imagen 1064">
                <a:extLst>
                  <a:ext uri="{FF2B5EF4-FFF2-40B4-BE49-F238E27FC236}">
                    <a16:creationId xmlns:a16="http://schemas.microsoft.com/office/drawing/2014/main" id="{B16A7828-7211-3476-59C6-2E0BE5D872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362478" y="430482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066" name="CuadroTexto 1065">
                <a:extLst>
                  <a:ext uri="{FF2B5EF4-FFF2-40B4-BE49-F238E27FC236}">
                    <a16:creationId xmlns:a16="http://schemas.microsoft.com/office/drawing/2014/main" id="{0384B0A2-79C6-67DC-E271-A61C65D53F60}"/>
                  </a:ext>
                </a:extLst>
              </p:cNvPr>
              <p:cNvSpPr txBox="1"/>
              <p:nvPr/>
            </p:nvSpPr>
            <p:spPr>
              <a:xfrm>
                <a:off x="8652354" y="4304822"/>
                <a:ext cx="232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Habilidades</a:t>
                </a:r>
              </a:p>
            </p:txBody>
          </p:sp>
        </p:grpSp>
        <p:grpSp>
          <p:nvGrpSpPr>
            <p:cNvPr id="1056" name="Grupo 1055">
              <a:extLst>
                <a:ext uri="{FF2B5EF4-FFF2-40B4-BE49-F238E27FC236}">
                  <a16:creationId xmlns:a16="http://schemas.microsoft.com/office/drawing/2014/main" id="{4A6955A5-61BA-DDF7-440F-C60A509CE063}"/>
                </a:ext>
              </a:extLst>
            </p:cNvPr>
            <p:cNvGrpSpPr/>
            <p:nvPr/>
          </p:nvGrpSpPr>
          <p:grpSpPr>
            <a:xfrm>
              <a:off x="8323706" y="4538826"/>
              <a:ext cx="2364224" cy="834167"/>
              <a:chOff x="8323706" y="4600536"/>
              <a:chExt cx="2364224" cy="834167"/>
            </a:xfrm>
          </p:grpSpPr>
          <p:sp>
            <p:nvSpPr>
              <p:cNvPr id="1057" name="Rectángulo: esquinas redondeadas 1056">
                <a:extLst>
                  <a:ext uri="{FF2B5EF4-FFF2-40B4-BE49-F238E27FC236}">
                    <a16:creationId xmlns:a16="http://schemas.microsoft.com/office/drawing/2014/main" id="{1631515F-D528-71F5-FA0B-B0E619C7FF6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600536"/>
                <a:ext cx="57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8" name="Rectángulo: esquinas redondeadas 1057">
                <a:extLst>
                  <a:ext uri="{FF2B5EF4-FFF2-40B4-BE49-F238E27FC236}">
                    <a16:creationId xmlns:a16="http://schemas.microsoft.com/office/drawing/2014/main" id="{F4C9CEA1-BB72-48E8-C74A-50F83E3A049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66610" y="4600536"/>
                <a:ext cx="72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59" name="Rectángulo: esquinas redondeadas 1058">
                <a:extLst>
                  <a:ext uri="{FF2B5EF4-FFF2-40B4-BE49-F238E27FC236}">
                    <a16:creationId xmlns:a16="http://schemas.microsoft.com/office/drawing/2014/main" id="{C61B5E23-2303-81CC-CFA3-B552D5C7DBD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98515" y="4891919"/>
                <a:ext cx="864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0" name="Rectángulo: esquinas redondeadas 1059">
                <a:extLst>
                  <a:ext uri="{FF2B5EF4-FFF2-40B4-BE49-F238E27FC236}">
                    <a16:creationId xmlns:a16="http://schemas.microsoft.com/office/drawing/2014/main" id="{259423CB-333F-3FD0-7A99-81FC46E74F1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3706" y="5182703"/>
                <a:ext cx="169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1" name="Rectángulo: esquinas redondeadas 1060">
                <a:extLst>
                  <a:ext uri="{FF2B5EF4-FFF2-40B4-BE49-F238E27FC236}">
                    <a16:creationId xmlns:a16="http://schemas.microsoft.com/office/drawing/2014/main" id="{0F423F16-BAE2-DF99-45B0-94033CAC9F8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891919"/>
                <a:ext cx="61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2" name="Rectángulo: esquinas redondeadas 1061">
                <a:extLst>
                  <a:ext uri="{FF2B5EF4-FFF2-40B4-BE49-F238E27FC236}">
                    <a16:creationId xmlns:a16="http://schemas.microsoft.com/office/drawing/2014/main" id="{2AE32EA7-3376-8862-29C7-16A32385ED9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51930" y="4600536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3" name="Rectángulo: esquinas redondeadas 1062">
                <a:extLst>
                  <a:ext uri="{FF2B5EF4-FFF2-40B4-BE49-F238E27FC236}">
                    <a16:creationId xmlns:a16="http://schemas.microsoft.com/office/drawing/2014/main" id="{EF1A8FE1-441F-67C0-60B0-A63CBEA8C3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23740" y="4891919"/>
                <a:ext cx="468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64" name="Rectángulo: esquinas redondeadas 1063">
                <a:extLst>
                  <a:ext uri="{FF2B5EF4-FFF2-40B4-BE49-F238E27FC236}">
                    <a16:creationId xmlns:a16="http://schemas.microsoft.com/office/drawing/2014/main" id="{4FBB8E82-66F6-D3F2-82DF-464BE4AAF95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80826" y="5182703"/>
                <a:ext cx="54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00B0F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83" name="Grupo 1082">
            <a:extLst>
              <a:ext uri="{FF2B5EF4-FFF2-40B4-BE49-F238E27FC236}">
                <a16:creationId xmlns:a16="http://schemas.microsoft.com/office/drawing/2014/main" id="{39E87791-98C6-79CA-0344-3AA7FC94046F}"/>
              </a:ext>
            </a:extLst>
          </p:cNvPr>
          <p:cNvGrpSpPr/>
          <p:nvPr/>
        </p:nvGrpSpPr>
        <p:grpSpPr>
          <a:xfrm>
            <a:off x="4696922" y="3641269"/>
            <a:ext cx="2633856" cy="492443"/>
            <a:chOff x="8380319" y="3481249"/>
            <a:chExt cx="2633856" cy="492443"/>
          </a:xfrm>
        </p:grpSpPr>
        <p:pic>
          <p:nvPicPr>
            <p:cNvPr id="1084" name="Imagen 1083">
              <a:extLst>
                <a:ext uri="{FF2B5EF4-FFF2-40B4-BE49-F238E27FC236}">
                  <a16:creationId xmlns:a16="http://schemas.microsoft.com/office/drawing/2014/main" id="{C6676B12-2AC2-79A3-AA8B-AF1A73354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artisticPencilSketch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80319" y="3481249"/>
              <a:ext cx="324000" cy="324000"/>
            </a:xfrm>
            <a:prstGeom prst="rect">
              <a:avLst/>
            </a:prstGeom>
          </p:spPr>
        </p:pic>
        <p:sp>
          <p:nvSpPr>
            <p:cNvPr id="1085" name="CuadroTexto 1084">
              <a:extLst>
                <a:ext uri="{FF2B5EF4-FFF2-40B4-BE49-F238E27FC236}">
                  <a16:creationId xmlns:a16="http://schemas.microsoft.com/office/drawing/2014/main" id="{02D7D995-F088-5F6F-BC1C-D245785C5831}"/>
                </a:ext>
              </a:extLst>
            </p:cNvPr>
            <p:cNvSpPr txBox="1"/>
            <p:nvPr/>
          </p:nvSpPr>
          <p:spPr>
            <a:xfrm>
              <a:off x="8688065" y="3481249"/>
              <a:ext cx="232611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sz="1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Formación</a:t>
              </a:r>
            </a:p>
            <a:p>
              <a:r>
                <a:rPr lang="es-CO" sz="12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Análisis de datos</a:t>
              </a:r>
            </a:p>
          </p:txBody>
        </p:sp>
      </p:grpSp>
      <p:grpSp>
        <p:nvGrpSpPr>
          <p:cNvPr id="1086" name="Grupo 1085">
            <a:extLst>
              <a:ext uri="{FF2B5EF4-FFF2-40B4-BE49-F238E27FC236}">
                <a16:creationId xmlns:a16="http://schemas.microsoft.com/office/drawing/2014/main" id="{D21B182A-9F4E-05B4-3708-CE9AD35D3C32}"/>
              </a:ext>
            </a:extLst>
          </p:cNvPr>
          <p:cNvGrpSpPr/>
          <p:nvPr/>
        </p:nvGrpSpPr>
        <p:grpSpPr>
          <a:xfrm>
            <a:off x="4696922" y="4349806"/>
            <a:ext cx="2615986" cy="1171611"/>
            <a:chOff x="8323706" y="4201382"/>
            <a:chExt cx="2615986" cy="1171611"/>
          </a:xfrm>
        </p:grpSpPr>
        <p:grpSp>
          <p:nvGrpSpPr>
            <p:cNvPr id="1087" name="Grupo 1086">
              <a:extLst>
                <a:ext uri="{FF2B5EF4-FFF2-40B4-BE49-F238E27FC236}">
                  <a16:creationId xmlns:a16="http://schemas.microsoft.com/office/drawing/2014/main" id="{5934F4DF-4EA8-B83D-EC2E-3A4DAD620FE0}"/>
                </a:ext>
              </a:extLst>
            </p:cNvPr>
            <p:cNvGrpSpPr/>
            <p:nvPr/>
          </p:nvGrpSpPr>
          <p:grpSpPr>
            <a:xfrm>
              <a:off x="8323706" y="4201382"/>
              <a:ext cx="2615986" cy="307777"/>
              <a:chOff x="8362478" y="4304822"/>
              <a:chExt cx="2615986" cy="307777"/>
            </a:xfrm>
          </p:grpSpPr>
          <p:pic>
            <p:nvPicPr>
              <p:cNvPr id="1097" name="Imagen 1096">
                <a:extLst>
                  <a:ext uri="{FF2B5EF4-FFF2-40B4-BE49-F238E27FC236}">
                    <a16:creationId xmlns:a16="http://schemas.microsoft.com/office/drawing/2014/main" id="{38ED742E-8176-0F2B-B74A-2C89C31377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8362478" y="4304822"/>
                <a:ext cx="288000" cy="288000"/>
              </a:xfrm>
              <a:prstGeom prst="rect">
                <a:avLst/>
              </a:prstGeom>
            </p:spPr>
          </p:pic>
          <p:sp>
            <p:nvSpPr>
              <p:cNvPr id="1098" name="CuadroTexto 1097">
                <a:extLst>
                  <a:ext uri="{FF2B5EF4-FFF2-40B4-BE49-F238E27FC236}">
                    <a16:creationId xmlns:a16="http://schemas.microsoft.com/office/drawing/2014/main" id="{CEC660B1-5A64-5A89-D7BF-47990E2A20FE}"/>
                  </a:ext>
                </a:extLst>
              </p:cNvPr>
              <p:cNvSpPr txBox="1"/>
              <p:nvPr/>
            </p:nvSpPr>
            <p:spPr>
              <a:xfrm>
                <a:off x="8652354" y="4304822"/>
                <a:ext cx="2326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sz="14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Habilidades</a:t>
                </a:r>
              </a:p>
            </p:txBody>
          </p:sp>
        </p:grpSp>
        <p:grpSp>
          <p:nvGrpSpPr>
            <p:cNvPr id="1088" name="Grupo 1087">
              <a:extLst>
                <a:ext uri="{FF2B5EF4-FFF2-40B4-BE49-F238E27FC236}">
                  <a16:creationId xmlns:a16="http://schemas.microsoft.com/office/drawing/2014/main" id="{A48332FF-C720-612C-4FA0-B16FCD7315EC}"/>
                </a:ext>
              </a:extLst>
            </p:cNvPr>
            <p:cNvGrpSpPr/>
            <p:nvPr/>
          </p:nvGrpSpPr>
          <p:grpSpPr>
            <a:xfrm>
              <a:off x="8323706" y="4538826"/>
              <a:ext cx="2364224" cy="834167"/>
              <a:chOff x="8323706" y="4600536"/>
              <a:chExt cx="2364224" cy="834167"/>
            </a:xfrm>
          </p:grpSpPr>
          <p:sp>
            <p:nvSpPr>
              <p:cNvPr id="1089" name="Rectángulo: esquinas redondeadas 1088">
                <a:extLst>
                  <a:ext uri="{FF2B5EF4-FFF2-40B4-BE49-F238E27FC236}">
                    <a16:creationId xmlns:a16="http://schemas.microsoft.com/office/drawing/2014/main" id="{37DE3D0C-D8C3-5E07-B6B2-9B93CD8514F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600536"/>
                <a:ext cx="57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0" name="Rectángulo: esquinas redondeadas 1089">
                <a:extLst>
                  <a:ext uri="{FF2B5EF4-FFF2-40B4-BE49-F238E27FC236}">
                    <a16:creationId xmlns:a16="http://schemas.microsoft.com/office/drawing/2014/main" id="{0BF8CDC1-3937-F3EA-A0AC-06EFEC8B4DBA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66610" y="4600536"/>
                <a:ext cx="72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1" name="Rectángulo: esquinas redondeadas 1090">
                <a:extLst>
                  <a:ext uri="{FF2B5EF4-FFF2-40B4-BE49-F238E27FC236}">
                    <a16:creationId xmlns:a16="http://schemas.microsoft.com/office/drawing/2014/main" id="{6CB4B948-0407-A1F9-DA49-7670F62C1D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998515" y="4891919"/>
                <a:ext cx="864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2" name="Rectángulo: esquinas redondeadas 1091">
                <a:extLst>
                  <a:ext uri="{FF2B5EF4-FFF2-40B4-BE49-F238E27FC236}">
                    <a16:creationId xmlns:a16="http://schemas.microsoft.com/office/drawing/2014/main" id="{562704BB-4FCF-E4CA-336D-28CF64C8211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3706" y="5182703"/>
                <a:ext cx="169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3" name="Rectángulo: esquinas redondeadas 1092">
                <a:extLst>
                  <a:ext uri="{FF2B5EF4-FFF2-40B4-BE49-F238E27FC236}">
                    <a16:creationId xmlns:a16="http://schemas.microsoft.com/office/drawing/2014/main" id="{10923F6C-F49E-AE7F-3BF9-1B61F9DAE6E3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8325290" y="4891919"/>
                <a:ext cx="612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4" name="Rectángulo: esquinas redondeadas 1093">
                <a:extLst>
                  <a:ext uri="{FF2B5EF4-FFF2-40B4-BE49-F238E27FC236}">
                    <a16:creationId xmlns:a16="http://schemas.microsoft.com/office/drawing/2014/main" id="{DBCAE091-7096-ADD4-764D-E98FAA1886C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751930" y="4600536"/>
                <a:ext cx="936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5" name="Rectángulo: esquinas redondeadas 1094">
                <a:extLst>
                  <a:ext uri="{FF2B5EF4-FFF2-40B4-BE49-F238E27FC236}">
                    <a16:creationId xmlns:a16="http://schemas.microsoft.com/office/drawing/2014/main" id="{A1C2233A-68E5-DBD3-A623-F9F4F74D5C3B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9923740" y="4891919"/>
                <a:ext cx="468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96" name="Rectángulo: esquinas redondeadas 1095">
                <a:extLst>
                  <a:ext uri="{FF2B5EF4-FFF2-40B4-BE49-F238E27FC236}">
                    <a16:creationId xmlns:a16="http://schemas.microsoft.com/office/drawing/2014/main" id="{0393A8B2-7C0B-A8DA-AA9B-01E9839AD10E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0080826" y="5182703"/>
                <a:ext cx="540000" cy="252000"/>
              </a:xfrm>
              <a:prstGeom prst="roundRect">
                <a:avLst>
                  <a:gd name="adj" fmla="val 50000"/>
                </a:avLst>
              </a:prstGeom>
              <a:solidFill>
                <a:srgbClr val="7030A0">
                  <a:alpha val="10000"/>
                </a:srgbClr>
              </a:solidFill>
              <a:ln w="28575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 sz="11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1454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D043A-D439-4018-1F00-1316822A1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14BA35-9FA3-F8C2-5F19-10B6542B8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70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229</TotalTime>
  <Words>176</Words>
  <Application>Microsoft Office PowerPoint</Application>
  <PresentationFormat>Panorámica</PresentationFormat>
  <Paragraphs>59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Arial Black</vt:lpstr>
      <vt:lpstr>Tw Cen MT</vt:lpstr>
      <vt:lpstr>Circuito</vt:lpstr>
      <vt:lpstr>Presentación de PowerPoint</vt:lpstr>
      <vt:lpstr>EQUIPO</vt:lpstr>
      <vt:lpstr>Presentación de PowerPoint</vt:lpstr>
      <vt:lpstr>EQUIPO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JOSÉ OBREGÓN</dc:creator>
  <cp:lastModifiedBy>JOSÉ OBREGÓN</cp:lastModifiedBy>
  <cp:revision>1</cp:revision>
  <dcterms:created xsi:type="dcterms:W3CDTF">2026-03-22T01:18:01Z</dcterms:created>
  <dcterms:modified xsi:type="dcterms:W3CDTF">2026-03-22T05:07:59Z</dcterms:modified>
</cp:coreProperties>
</file>